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4" r:id="rId1"/>
  </p:sldMasterIdLst>
  <p:notesMasterIdLst>
    <p:notesMasterId r:id="rId26"/>
  </p:notesMasterIdLst>
  <p:handoutMasterIdLst>
    <p:handoutMasterId r:id="rId27"/>
  </p:handoutMasterIdLst>
  <p:sldIdLst>
    <p:sldId id="619" r:id="rId2"/>
    <p:sldId id="599" r:id="rId3"/>
    <p:sldId id="600" r:id="rId4"/>
    <p:sldId id="602" r:id="rId5"/>
    <p:sldId id="603" r:id="rId6"/>
    <p:sldId id="604" r:id="rId7"/>
    <p:sldId id="583" r:id="rId8"/>
    <p:sldId id="620" r:id="rId9"/>
    <p:sldId id="606" r:id="rId10"/>
    <p:sldId id="608" r:id="rId11"/>
    <p:sldId id="610" r:id="rId12"/>
    <p:sldId id="611" r:id="rId13"/>
    <p:sldId id="612" r:id="rId14"/>
    <p:sldId id="613" r:id="rId15"/>
    <p:sldId id="622" r:id="rId16"/>
    <p:sldId id="621" r:id="rId17"/>
    <p:sldId id="618" r:id="rId18"/>
    <p:sldId id="609" r:id="rId19"/>
    <p:sldId id="614" r:id="rId20"/>
    <p:sldId id="615" r:id="rId21"/>
    <p:sldId id="617" r:id="rId22"/>
    <p:sldId id="616" r:id="rId23"/>
    <p:sldId id="605" r:id="rId24"/>
    <p:sldId id="607" r:id="rId25"/>
  </p:sldIdLst>
  <p:sldSz cx="18288000" cy="10287000"/>
  <p:notesSz cx="6858000" cy="9144000"/>
  <p:defaultTextStyle>
    <a:defPPr>
      <a:defRPr lang="en-US"/>
    </a:defPPr>
    <a:lvl1pPr marL="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1pPr>
    <a:lvl2pPr marL="6858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2pPr>
    <a:lvl3pPr marL="13716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3pPr>
    <a:lvl4pPr marL="20574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4pPr>
    <a:lvl5pPr marL="27432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5pPr>
    <a:lvl6pPr marL="34290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6pPr>
    <a:lvl7pPr marL="41148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7pPr>
    <a:lvl8pPr marL="48006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8pPr>
    <a:lvl9pPr marL="54864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sign" id="{FA98A53D-3835-46EC-8D56-4737810CF699}">
          <p14:sldIdLst>
            <p14:sldId id="619"/>
            <p14:sldId id="599"/>
            <p14:sldId id="600"/>
            <p14:sldId id="602"/>
            <p14:sldId id="603"/>
            <p14:sldId id="604"/>
            <p14:sldId id="583"/>
            <p14:sldId id="620"/>
            <p14:sldId id="606"/>
            <p14:sldId id="608"/>
            <p14:sldId id="610"/>
            <p14:sldId id="611"/>
            <p14:sldId id="612"/>
            <p14:sldId id="613"/>
            <p14:sldId id="622"/>
            <p14:sldId id="621"/>
            <p14:sldId id="618"/>
            <p14:sldId id="609"/>
            <p14:sldId id="614"/>
            <p14:sldId id="615"/>
            <p14:sldId id="617"/>
            <p14:sldId id="616"/>
            <p14:sldId id="605"/>
            <p14:sldId id="607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30F59"/>
    <a:srgbClr val="9A0D3B"/>
    <a:srgbClr val="0B1527"/>
    <a:srgbClr val="020407"/>
    <a:srgbClr val="0A1322"/>
    <a:srgbClr val="B00E43"/>
    <a:srgbClr val="F5F5F5"/>
    <a:srgbClr val="000000"/>
    <a:srgbClr val="1B1B1B"/>
    <a:srgbClr val="AFAF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6" autoAdjust="0"/>
    <p:restoredTop sz="94643"/>
  </p:normalViewPr>
  <p:slideViewPr>
    <p:cSldViewPr snapToGrid="0">
      <p:cViewPr varScale="1">
        <p:scale>
          <a:sx n="76" d="100"/>
          <a:sy n="76" d="100"/>
        </p:scale>
        <p:origin x="744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 showGuides="1">
      <p:cViewPr varScale="1">
        <p:scale>
          <a:sx n="62" d="100"/>
          <a:sy n="62" d="100"/>
        </p:scale>
        <p:origin x="2371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fael Tavares" userId="b5f6855f0475f1c2" providerId="LiveId" clId="{628D8C17-BF8F-5867-8BEA-63D513C56F74}"/>
    <pc:docChg chg="undo custSel addSld delSld modSld modSection">
      <pc:chgData name="Rafael Tavares" userId="b5f6855f0475f1c2" providerId="LiveId" clId="{628D8C17-BF8F-5867-8BEA-63D513C56F74}" dt="2026-09-14T22:31:58.013" v="339" actId="167"/>
      <pc:docMkLst>
        <pc:docMk/>
      </pc:docMkLst>
      <pc:sldChg chg="add del">
        <pc:chgData name="Rafael Tavares" userId="b5f6855f0475f1c2" providerId="LiveId" clId="{628D8C17-BF8F-5867-8BEA-63D513C56F74}" dt="2026-09-14T22:09:15.999" v="77"/>
        <pc:sldMkLst>
          <pc:docMk/>
          <pc:sldMk cId="528894037" sldId="583"/>
        </pc:sldMkLst>
      </pc:sldChg>
      <pc:sldChg chg="del">
        <pc:chgData name="Rafael Tavares" userId="b5f6855f0475f1c2" providerId="LiveId" clId="{628D8C17-BF8F-5867-8BEA-63D513C56F74}" dt="2026-09-14T22:06:58.989" v="8" actId="2696"/>
        <pc:sldMkLst>
          <pc:docMk/>
          <pc:sldMk cId="0" sldId="598"/>
        </pc:sldMkLst>
      </pc:sldChg>
      <pc:sldChg chg="modSp mod">
        <pc:chgData name="Rafael Tavares" userId="b5f6855f0475f1c2" providerId="LiveId" clId="{628D8C17-BF8F-5867-8BEA-63D513C56F74}" dt="2026-09-14T22:07:32.039" v="18" actId="20577"/>
        <pc:sldMkLst>
          <pc:docMk/>
          <pc:sldMk cId="0" sldId="599"/>
        </pc:sldMkLst>
        <pc:spChg chg="mod">
          <ac:chgData name="Rafael Tavares" userId="b5f6855f0475f1c2" providerId="LiveId" clId="{628D8C17-BF8F-5867-8BEA-63D513C56F74}" dt="2026-09-14T22:07:10.409" v="12" actId="20577"/>
          <ac:spMkLst>
            <pc:docMk/>
            <pc:sldMk cId="0" sldId="599"/>
            <ac:spMk id="2" creationId="{AC7A883F-1FF0-76A8-05EE-4226BFEB3B2A}"/>
          </ac:spMkLst>
        </pc:spChg>
        <pc:spChg chg="mod">
          <ac:chgData name="Rafael Tavares" userId="b5f6855f0475f1c2" providerId="LiveId" clId="{628D8C17-BF8F-5867-8BEA-63D513C56F74}" dt="2026-09-14T22:07:32.039" v="18" actId="20577"/>
          <ac:spMkLst>
            <pc:docMk/>
            <pc:sldMk cId="0" sldId="599"/>
            <ac:spMk id="3" creationId="{4C8F2873-D8A0-9261-5722-9D672D42D3A2}"/>
          </ac:spMkLst>
        </pc:spChg>
      </pc:sldChg>
      <pc:sldChg chg="modSp mod">
        <pc:chgData name="Rafael Tavares" userId="b5f6855f0475f1c2" providerId="LiveId" clId="{628D8C17-BF8F-5867-8BEA-63D513C56F74}" dt="2026-09-14T22:08:21.202" v="56" actId="20577"/>
        <pc:sldMkLst>
          <pc:docMk/>
          <pc:sldMk cId="0" sldId="600"/>
        </pc:sldMkLst>
        <pc:spChg chg="mod">
          <ac:chgData name="Rafael Tavares" userId="b5f6855f0475f1c2" providerId="LiveId" clId="{628D8C17-BF8F-5867-8BEA-63D513C56F74}" dt="2026-09-14T22:08:21.202" v="56" actId="20577"/>
          <ac:spMkLst>
            <pc:docMk/>
            <pc:sldMk cId="0" sldId="600"/>
            <ac:spMk id="2" creationId="{AC7A883F-1FF0-76A8-05EE-4226BFEB3B2A}"/>
          </ac:spMkLst>
        </pc:spChg>
        <pc:spChg chg="mod">
          <ac:chgData name="Rafael Tavares" userId="b5f6855f0475f1c2" providerId="LiveId" clId="{628D8C17-BF8F-5867-8BEA-63D513C56F74}" dt="2026-09-14T22:08:10.301" v="41" actId="1076"/>
          <ac:spMkLst>
            <pc:docMk/>
            <pc:sldMk cId="0" sldId="600"/>
            <ac:spMk id="3" creationId="{4C8F2873-D8A0-9261-5722-9D672D42D3A2}"/>
          </ac:spMkLst>
        </pc:spChg>
      </pc:sldChg>
      <pc:sldChg chg="modSp mod">
        <pc:chgData name="Rafael Tavares" userId="b5f6855f0475f1c2" providerId="LiveId" clId="{628D8C17-BF8F-5867-8BEA-63D513C56F74}" dt="2026-09-14T22:08:53.809" v="74" actId="20577"/>
        <pc:sldMkLst>
          <pc:docMk/>
          <pc:sldMk cId="0" sldId="602"/>
        </pc:sldMkLst>
        <pc:spChg chg="mod">
          <ac:chgData name="Rafael Tavares" userId="b5f6855f0475f1c2" providerId="LiveId" clId="{628D8C17-BF8F-5867-8BEA-63D513C56F74}" dt="2026-09-14T22:08:24.721" v="58" actId="20577"/>
          <ac:spMkLst>
            <pc:docMk/>
            <pc:sldMk cId="0" sldId="602"/>
            <ac:spMk id="2" creationId="{AC7A883F-1FF0-76A8-05EE-4226BFEB3B2A}"/>
          </ac:spMkLst>
        </pc:spChg>
        <pc:spChg chg="mod">
          <ac:chgData name="Rafael Tavares" userId="b5f6855f0475f1c2" providerId="LiveId" clId="{628D8C17-BF8F-5867-8BEA-63D513C56F74}" dt="2026-09-14T22:08:53.809" v="74" actId="20577"/>
          <ac:spMkLst>
            <pc:docMk/>
            <pc:sldMk cId="0" sldId="602"/>
            <ac:spMk id="3" creationId="{4C8F2873-D8A0-9261-5722-9D672D42D3A2}"/>
          </ac:spMkLst>
        </pc:spChg>
      </pc:sldChg>
      <pc:sldChg chg="modSp mod">
        <pc:chgData name="Rafael Tavares" userId="b5f6855f0475f1c2" providerId="LiveId" clId="{628D8C17-BF8F-5867-8BEA-63D513C56F74}" dt="2026-09-14T22:09:41.620" v="94" actId="14100"/>
        <pc:sldMkLst>
          <pc:docMk/>
          <pc:sldMk cId="0" sldId="604"/>
        </pc:sldMkLst>
        <pc:spChg chg="mod">
          <ac:chgData name="Rafael Tavares" userId="b5f6855f0475f1c2" providerId="LiveId" clId="{628D8C17-BF8F-5867-8BEA-63D513C56F74}" dt="2026-09-14T22:09:22.767" v="80" actId="14100"/>
          <ac:spMkLst>
            <pc:docMk/>
            <pc:sldMk cId="0" sldId="604"/>
            <ac:spMk id="2" creationId="{AC7A883F-1FF0-76A8-05EE-4226BFEB3B2A}"/>
          </ac:spMkLst>
        </pc:spChg>
        <pc:spChg chg="mod">
          <ac:chgData name="Rafael Tavares" userId="b5f6855f0475f1c2" providerId="LiveId" clId="{628D8C17-BF8F-5867-8BEA-63D513C56F74}" dt="2026-09-14T22:09:41.620" v="94" actId="14100"/>
          <ac:spMkLst>
            <pc:docMk/>
            <pc:sldMk cId="0" sldId="604"/>
            <ac:spMk id="3" creationId="{4C8F2873-D8A0-9261-5722-9D672D42D3A2}"/>
          </ac:spMkLst>
        </pc:spChg>
      </pc:sldChg>
      <pc:sldChg chg="modSp mod">
        <pc:chgData name="Rafael Tavares" userId="b5f6855f0475f1c2" providerId="LiveId" clId="{628D8C17-BF8F-5867-8BEA-63D513C56F74}" dt="2026-09-14T22:10:38.410" v="107" actId="1076"/>
        <pc:sldMkLst>
          <pc:docMk/>
          <pc:sldMk cId="0" sldId="606"/>
        </pc:sldMkLst>
        <pc:spChg chg="mod">
          <ac:chgData name="Rafael Tavares" userId="b5f6855f0475f1c2" providerId="LiveId" clId="{628D8C17-BF8F-5867-8BEA-63D513C56F74}" dt="2026-09-14T22:10:38.410" v="107" actId="1076"/>
          <ac:spMkLst>
            <pc:docMk/>
            <pc:sldMk cId="0" sldId="606"/>
            <ac:spMk id="6" creationId="{B38009B7-BA93-1326-DE2C-5504A83D37E8}"/>
          </ac:spMkLst>
        </pc:spChg>
      </pc:sldChg>
      <pc:sldChg chg="modSp mod">
        <pc:chgData name="Rafael Tavares" userId="b5f6855f0475f1c2" providerId="LiveId" clId="{628D8C17-BF8F-5867-8BEA-63D513C56F74}" dt="2026-09-14T22:11:17.522" v="130" actId="20577"/>
        <pc:sldMkLst>
          <pc:docMk/>
          <pc:sldMk cId="0" sldId="608"/>
        </pc:sldMkLst>
        <pc:spChg chg="mod">
          <ac:chgData name="Rafael Tavares" userId="b5f6855f0475f1c2" providerId="LiveId" clId="{628D8C17-BF8F-5867-8BEA-63D513C56F74}" dt="2026-09-14T22:10:54.122" v="122" actId="20577"/>
          <ac:spMkLst>
            <pc:docMk/>
            <pc:sldMk cId="0" sldId="608"/>
            <ac:spMk id="2" creationId="{AC7A883F-1FF0-76A8-05EE-4226BFEB3B2A}"/>
          </ac:spMkLst>
        </pc:spChg>
        <pc:spChg chg="mod">
          <ac:chgData name="Rafael Tavares" userId="b5f6855f0475f1c2" providerId="LiveId" clId="{628D8C17-BF8F-5867-8BEA-63D513C56F74}" dt="2026-09-14T22:11:17.522" v="130" actId="20577"/>
          <ac:spMkLst>
            <pc:docMk/>
            <pc:sldMk cId="0" sldId="608"/>
            <ac:spMk id="3" creationId="{4C8F2873-D8A0-9261-5722-9D672D42D3A2}"/>
          </ac:spMkLst>
        </pc:spChg>
      </pc:sldChg>
      <pc:sldChg chg="modSp mod">
        <pc:chgData name="Rafael Tavares" userId="b5f6855f0475f1c2" providerId="LiveId" clId="{628D8C17-BF8F-5867-8BEA-63D513C56F74}" dt="2026-09-14T22:16:02.493" v="272" actId="20577"/>
        <pc:sldMkLst>
          <pc:docMk/>
          <pc:sldMk cId="0" sldId="609"/>
        </pc:sldMkLst>
        <pc:spChg chg="mod">
          <ac:chgData name="Rafael Tavares" userId="b5f6855f0475f1c2" providerId="LiveId" clId="{628D8C17-BF8F-5867-8BEA-63D513C56F74}" dt="2026-09-14T22:15:14.177" v="255" actId="20577"/>
          <ac:spMkLst>
            <pc:docMk/>
            <pc:sldMk cId="0" sldId="609"/>
            <ac:spMk id="2" creationId="{AC7A883F-1FF0-76A8-05EE-4226BFEB3B2A}"/>
          </ac:spMkLst>
        </pc:spChg>
        <pc:spChg chg="mod">
          <ac:chgData name="Rafael Tavares" userId="b5f6855f0475f1c2" providerId="LiveId" clId="{628D8C17-BF8F-5867-8BEA-63D513C56F74}" dt="2026-09-14T22:16:02.493" v="272" actId="20577"/>
          <ac:spMkLst>
            <pc:docMk/>
            <pc:sldMk cId="0" sldId="609"/>
            <ac:spMk id="3" creationId="{4C8F2873-D8A0-9261-5722-9D672D42D3A2}"/>
          </ac:spMkLst>
        </pc:spChg>
      </pc:sldChg>
      <pc:sldChg chg="modSp mod">
        <pc:chgData name="Rafael Tavares" userId="b5f6855f0475f1c2" providerId="LiveId" clId="{628D8C17-BF8F-5867-8BEA-63D513C56F74}" dt="2026-09-14T22:12:03.062" v="157" actId="20577"/>
        <pc:sldMkLst>
          <pc:docMk/>
          <pc:sldMk cId="0" sldId="610"/>
        </pc:sldMkLst>
        <pc:spChg chg="mod">
          <ac:chgData name="Rafael Tavares" userId="b5f6855f0475f1c2" providerId="LiveId" clId="{628D8C17-BF8F-5867-8BEA-63D513C56F74}" dt="2026-09-14T22:11:23.845" v="132" actId="20577"/>
          <ac:spMkLst>
            <pc:docMk/>
            <pc:sldMk cId="0" sldId="610"/>
            <ac:spMk id="2" creationId="{AC7A883F-1FF0-76A8-05EE-4226BFEB3B2A}"/>
          </ac:spMkLst>
        </pc:spChg>
        <pc:spChg chg="mod">
          <ac:chgData name="Rafael Tavares" userId="b5f6855f0475f1c2" providerId="LiveId" clId="{628D8C17-BF8F-5867-8BEA-63D513C56F74}" dt="2026-09-14T22:12:03.062" v="157" actId="20577"/>
          <ac:spMkLst>
            <pc:docMk/>
            <pc:sldMk cId="0" sldId="610"/>
            <ac:spMk id="3" creationId="{4C8F2873-D8A0-9261-5722-9D672D42D3A2}"/>
          </ac:spMkLst>
        </pc:spChg>
      </pc:sldChg>
      <pc:sldChg chg="modSp mod">
        <pc:chgData name="Rafael Tavares" userId="b5f6855f0475f1c2" providerId="LiveId" clId="{628D8C17-BF8F-5867-8BEA-63D513C56F74}" dt="2026-09-14T22:12:25.887" v="169" actId="14100"/>
        <pc:sldMkLst>
          <pc:docMk/>
          <pc:sldMk cId="0" sldId="611"/>
        </pc:sldMkLst>
        <pc:spChg chg="mod">
          <ac:chgData name="Rafael Tavares" userId="b5f6855f0475f1c2" providerId="LiveId" clId="{628D8C17-BF8F-5867-8BEA-63D513C56F74}" dt="2026-09-14T22:12:10.364" v="161" actId="20577"/>
          <ac:spMkLst>
            <pc:docMk/>
            <pc:sldMk cId="0" sldId="611"/>
            <ac:spMk id="2" creationId="{AC7A883F-1FF0-76A8-05EE-4226BFEB3B2A}"/>
          </ac:spMkLst>
        </pc:spChg>
        <pc:spChg chg="mod">
          <ac:chgData name="Rafael Tavares" userId="b5f6855f0475f1c2" providerId="LiveId" clId="{628D8C17-BF8F-5867-8BEA-63D513C56F74}" dt="2026-09-14T22:12:25.887" v="169" actId="14100"/>
          <ac:spMkLst>
            <pc:docMk/>
            <pc:sldMk cId="0" sldId="611"/>
            <ac:spMk id="3" creationId="{4C8F2873-D8A0-9261-5722-9D672D42D3A2}"/>
          </ac:spMkLst>
        </pc:spChg>
      </pc:sldChg>
      <pc:sldChg chg="modSp mod">
        <pc:chgData name="Rafael Tavares" userId="b5f6855f0475f1c2" providerId="LiveId" clId="{628D8C17-BF8F-5867-8BEA-63D513C56F74}" dt="2026-09-14T22:13:50.694" v="228" actId="12"/>
        <pc:sldMkLst>
          <pc:docMk/>
          <pc:sldMk cId="0" sldId="612"/>
        </pc:sldMkLst>
        <pc:spChg chg="mod">
          <ac:chgData name="Rafael Tavares" userId="b5f6855f0475f1c2" providerId="LiveId" clId="{628D8C17-BF8F-5867-8BEA-63D513C56F74}" dt="2026-09-14T22:12:33.518" v="171" actId="20577"/>
          <ac:spMkLst>
            <pc:docMk/>
            <pc:sldMk cId="0" sldId="612"/>
            <ac:spMk id="2" creationId="{AC7A883F-1FF0-76A8-05EE-4226BFEB3B2A}"/>
          </ac:spMkLst>
        </pc:spChg>
        <pc:spChg chg="mod">
          <ac:chgData name="Rafael Tavares" userId="b5f6855f0475f1c2" providerId="LiveId" clId="{628D8C17-BF8F-5867-8BEA-63D513C56F74}" dt="2026-09-14T22:13:50.694" v="228" actId="12"/>
          <ac:spMkLst>
            <pc:docMk/>
            <pc:sldMk cId="0" sldId="612"/>
            <ac:spMk id="3" creationId="{4C8F2873-D8A0-9261-5722-9D672D42D3A2}"/>
          </ac:spMkLst>
        </pc:spChg>
      </pc:sldChg>
      <pc:sldChg chg="addSp delSp modSp mod">
        <pc:chgData name="Rafael Tavares" userId="b5f6855f0475f1c2" providerId="LiveId" clId="{628D8C17-BF8F-5867-8BEA-63D513C56F74}" dt="2026-09-14T22:14:23.446" v="240" actId="22"/>
        <pc:sldMkLst>
          <pc:docMk/>
          <pc:sldMk cId="0" sldId="613"/>
        </pc:sldMkLst>
        <pc:spChg chg="mod">
          <ac:chgData name="Rafael Tavares" userId="b5f6855f0475f1c2" providerId="LiveId" clId="{628D8C17-BF8F-5867-8BEA-63D513C56F74}" dt="2026-09-14T22:13:56.928" v="230" actId="20577"/>
          <ac:spMkLst>
            <pc:docMk/>
            <pc:sldMk cId="0" sldId="613"/>
            <ac:spMk id="2" creationId="{AC7A883F-1FF0-76A8-05EE-4226BFEB3B2A}"/>
          </ac:spMkLst>
        </pc:spChg>
        <pc:spChg chg="mod">
          <ac:chgData name="Rafael Tavares" userId="b5f6855f0475f1c2" providerId="LiveId" clId="{628D8C17-BF8F-5867-8BEA-63D513C56F74}" dt="2026-09-14T22:14:13.224" v="238" actId="14100"/>
          <ac:spMkLst>
            <pc:docMk/>
            <pc:sldMk cId="0" sldId="613"/>
            <ac:spMk id="3" creationId="{4C8F2873-D8A0-9261-5722-9D672D42D3A2}"/>
          </ac:spMkLst>
        </pc:spChg>
        <pc:spChg chg="add del">
          <ac:chgData name="Rafael Tavares" userId="b5f6855f0475f1c2" providerId="LiveId" clId="{628D8C17-BF8F-5867-8BEA-63D513C56F74}" dt="2026-09-14T22:14:23.446" v="240" actId="22"/>
          <ac:spMkLst>
            <pc:docMk/>
            <pc:sldMk cId="0" sldId="613"/>
            <ac:spMk id="5" creationId="{B070899B-2E2E-6C12-BC28-B6769698E14D}"/>
          </ac:spMkLst>
        </pc:spChg>
      </pc:sldChg>
      <pc:sldChg chg="modSp mod">
        <pc:chgData name="Rafael Tavares" userId="b5f6855f0475f1c2" providerId="LiveId" clId="{628D8C17-BF8F-5867-8BEA-63D513C56F74}" dt="2026-09-14T22:16:51.957" v="295" actId="14100"/>
        <pc:sldMkLst>
          <pc:docMk/>
          <pc:sldMk cId="0" sldId="614"/>
        </pc:sldMkLst>
        <pc:spChg chg="mod">
          <ac:chgData name="Rafael Tavares" userId="b5f6855f0475f1c2" providerId="LiveId" clId="{628D8C17-BF8F-5867-8BEA-63D513C56F74}" dt="2026-09-14T22:16:33.015" v="284" actId="20577"/>
          <ac:spMkLst>
            <pc:docMk/>
            <pc:sldMk cId="0" sldId="614"/>
            <ac:spMk id="2" creationId="{AC7A883F-1FF0-76A8-05EE-4226BFEB3B2A}"/>
          </ac:spMkLst>
        </pc:spChg>
        <pc:spChg chg="mod">
          <ac:chgData name="Rafael Tavares" userId="b5f6855f0475f1c2" providerId="LiveId" clId="{628D8C17-BF8F-5867-8BEA-63D513C56F74}" dt="2026-09-14T22:16:51.957" v="295" actId="14100"/>
          <ac:spMkLst>
            <pc:docMk/>
            <pc:sldMk cId="0" sldId="614"/>
            <ac:spMk id="3" creationId="{4C8F2873-D8A0-9261-5722-9D672D42D3A2}"/>
          </ac:spMkLst>
        </pc:spChg>
      </pc:sldChg>
      <pc:sldChg chg="modSp mod">
        <pc:chgData name="Rafael Tavares" userId="b5f6855f0475f1c2" providerId="LiveId" clId="{628D8C17-BF8F-5867-8BEA-63D513C56F74}" dt="2026-09-14T22:17:37.895" v="316" actId="12"/>
        <pc:sldMkLst>
          <pc:docMk/>
          <pc:sldMk cId="0" sldId="615"/>
        </pc:sldMkLst>
        <pc:spChg chg="mod">
          <ac:chgData name="Rafael Tavares" userId="b5f6855f0475f1c2" providerId="LiveId" clId="{628D8C17-BF8F-5867-8BEA-63D513C56F74}" dt="2026-09-14T22:17:01.492" v="298" actId="14100"/>
          <ac:spMkLst>
            <pc:docMk/>
            <pc:sldMk cId="0" sldId="615"/>
            <ac:spMk id="2" creationId="{AC7A883F-1FF0-76A8-05EE-4226BFEB3B2A}"/>
          </ac:spMkLst>
        </pc:spChg>
        <pc:spChg chg="mod">
          <ac:chgData name="Rafael Tavares" userId="b5f6855f0475f1c2" providerId="LiveId" clId="{628D8C17-BF8F-5867-8BEA-63D513C56F74}" dt="2026-09-14T22:17:37.895" v="316" actId="12"/>
          <ac:spMkLst>
            <pc:docMk/>
            <pc:sldMk cId="0" sldId="615"/>
            <ac:spMk id="3" creationId="{4C8F2873-D8A0-9261-5722-9D672D42D3A2}"/>
          </ac:spMkLst>
        </pc:spChg>
      </pc:sldChg>
      <pc:sldChg chg="modSp mod">
        <pc:chgData name="Rafael Tavares" userId="b5f6855f0475f1c2" providerId="LiveId" clId="{628D8C17-BF8F-5867-8BEA-63D513C56F74}" dt="2026-09-14T22:18:10.584" v="329" actId="14100"/>
        <pc:sldMkLst>
          <pc:docMk/>
          <pc:sldMk cId="0" sldId="616"/>
        </pc:sldMkLst>
        <pc:spChg chg="mod">
          <ac:chgData name="Rafael Tavares" userId="b5f6855f0475f1c2" providerId="LiveId" clId="{628D8C17-BF8F-5867-8BEA-63D513C56F74}" dt="2026-09-14T22:17:50.270" v="319" actId="14100"/>
          <ac:spMkLst>
            <pc:docMk/>
            <pc:sldMk cId="0" sldId="616"/>
            <ac:spMk id="2" creationId="{AC7A883F-1FF0-76A8-05EE-4226BFEB3B2A}"/>
          </ac:spMkLst>
        </pc:spChg>
        <pc:spChg chg="mod">
          <ac:chgData name="Rafael Tavares" userId="b5f6855f0475f1c2" providerId="LiveId" clId="{628D8C17-BF8F-5867-8BEA-63D513C56F74}" dt="2026-09-14T22:18:10.584" v="329" actId="14100"/>
          <ac:spMkLst>
            <pc:docMk/>
            <pc:sldMk cId="0" sldId="616"/>
            <ac:spMk id="3" creationId="{4C8F2873-D8A0-9261-5722-9D672D42D3A2}"/>
          </ac:spMkLst>
        </pc:spChg>
      </pc:sldChg>
      <pc:sldChg chg="modSp mod">
        <pc:chgData name="Rafael Tavares" userId="b5f6855f0475f1c2" providerId="LiveId" clId="{628D8C17-BF8F-5867-8BEA-63D513C56F74}" dt="2026-09-14T22:15:09.774" v="253" actId="1076"/>
        <pc:sldMkLst>
          <pc:docMk/>
          <pc:sldMk cId="0" sldId="618"/>
        </pc:sldMkLst>
        <pc:spChg chg="mod">
          <ac:chgData name="Rafael Tavares" userId="b5f6855f0475f1c2" providerId="LiveId" clId="{628D8C17-BF8F-5867-8BEA-63D513C56F74}" dt="2026-09-14T22:15:09.774" v="253" actId="1076"/>
          <ac:spMkLst>
            <pc:docMk/>
            <pc:sldMk cId="0" sldId="618"/>
            <ac:spMk id="6" creationId="{B38009B7-BA93-1326-DE2C-5504A83D37E8}"/>
          </ac:spMkLst>
        </pc:spChg>
      </pc:sldChg>
      <pc:sldChg chg="addSp delSp modSp add mod">
        <pc:chgData name="Rafael Tavares" userId="b5f6855f0475f1c2" providerId="LiveId" clId="{628D8C17-BF8F-5867-8BEA-63D513C56F74}" dt="2026-09-14T22:31:36.675" v="333" actId="167"/>
        <pc:sldMkLst>
          <pc:docMk/>
          <pc:sldMk cId="0" sldId="619"/>
        </pc:sldMkLst>
        <pc:spChg chg="add mod">
          <ac:chgData name="Rafael Tavares" userId="b5f6855f0475f1c2" providerId="LiveId" clId="{628D8C17-BF8F-5867-8BEA-63D513C56F74}" dt="2026-09-14T22:06:54.358" v="7" actId="1076"/>
          <ac:spMkLst>
            <pc:docMk/>
            <pc:sldMk cId="0" sldId="619"/>
            <ac:spMk id="2" creationId="{61438316-40B3-C16B-84A1-C216F5B6E1BC}"/>
          </ac:spMkLst>
        </pc:spChg>
        <pc:spChg chg="add mod">
          <ac:chgData name="Rafael Tavares" userId="b5f6855f0475f1c2" providerId="LiveId" clId="{628D8C17-BF8F-5867-8BEA-63D513C56F74}" dt="2026-09-14T22:06:47.139" v="5" actId="207"/>
          <ac:spMkLst>
            <pc:docMk/>
            <pc:sldMk cId="0" sldId="619"/>
            <ac:spMk id="3" creationId="{7AF05C90-9E02-8412-DD73-24E8C4BB1279}"/>
          </ac:spMkLst>
        </pc:spChg>
        <pc:spChg chg="del">
          <ac:chgData name="Rafael Tavares" userId="b5f6855f0475f1c2" providerId="LiveId" clId="{628D8C17-BF8F-5867-8BEA-63D513C56F74}" dt="2026-09-14T22:06:42.834" v="2" actId="478"/>
          <ac:spMkLst>
            <pc:docMk/>
            <pc:sldMk cId="0" sldId="619"/>
            <ac:spMk id="4" creationId="{DD4931ED-0E58-118E-53C9-AB7C629DEBBC}"/>
          </ac:spMkLst>
        </pc:spChg>
        <pc:spChg chg="del">
          <ac:chgData name="Rafael Tavares" userId="b5f6855f0475f1c2" providerId="LiveId" clId="{628D8C17-BF8F-5867-8BEA-63D513C56F74}" dt="2026-09-14T22:06:40.951" v="1" actId="478"/>
          <ac:spMkLst>
            <pc:docMk/>
            <pc:sldMk cId="0" sldId="619"/>
            <ac:spMk id="5" creationId="{7C944C54-F5DD-F9AC-0A8F-6AF18AE70A12}"/>
          </ac:spMkLst>
        </pc:spChg>
        <pc:spChg chg="del">
          <ac:chgData name="Rafael Tavares" userId="b5f6855f0475f1c2" providerId="LiveId" clId="{628D8C17-BF8F-5867-8BEA-63D513C56F74}" dt="2026-09-14T22:06:44.995" v="3" actId="478"/>
          <ac:spMkLst>
            <pc:docMk/>
            <pc:sldMk cId="0" sldId="619"/>
            <ac:spMk id="6" creationId="{1F51E7D1-438D-0F0C-C7F9-F2B5838EC299}"/>
          </ac:spMkLst>
        </pc:spChg>
        <pc:spChg chg="mod">
          <ac:chgData name="Rafael Tavares" userId="b5f6855f0475f1c2" providerId="LiveId" clId="{628D8C17-BF8F-5867-8BEA-63D513C56F74}" dt="2026-09-14T22:31:33.308" v="331" actId="1076"/>
          <ac:spMkLst>
            <pc:docMk/>
            <pc:sldMk cId="0" sldId="619"/>
            <ac:spMk id="7" creationId="{F2E99D1F-DC37-4930-DF04-982637EB97EF}"/>
          </ac:spMkLst>
        </pc:spChg>
        <pc:spChg chg="add mod">
          <ac:chgData name="Rafael Tavares" userId="b5f6855f0475f1c2" providerId="LiveId" clId="{628D8C17-BF8F-5867-8BEA-63D513C56F74}" dt="2026-09-14T22:06:47.139" v="5" actId="207"/>
          <ac:spMkLst>
            <pc:docMk/>
            <pc:sldMk cId="0" sldId="619"/>
            <ac:spMk id="8" creationId="{0C25BEE5-30A1-996F-2BE8-1984A465821C}"/>
          </ac:spMkLst>
        </pc:spChg>
        <pc:spChg chg="del">
          <ac:chgData name="Rafael Tavares" userId="b5f6855f0475f1c2" providerId="LiveId" clId="{628D8C17-BF8F-5867-8BEA-63D513C56F74}" dt="2026-09-14T22:31:32.331" v="330" actId="478"/>
          <ac:spMkLst>
            <pc:docMk/>
            <pc:sldMk cId="0" sldId="619"/>
            <ac:spMk id="10" creationId="{CAE228C2-09A6-6FDF-071F-2EEC7712B63D}"/>
          </ac:spMkLst>
        </pc:spChg>
        <pc:picChg chg="add mod">
          <ac:chgData name="Rafael Tavares" userId="b5f6855f0475f1c2" providerId="LiveId" clId="{628D8C17-BF8F-5867-8BEA-63D513C56F74}" dt="2026-09-14T22:31:36.675" v="333" actId="167"/>
          <ac:picMkLst>
            <pc:docMk/>
            <pc:sldMk cId="0" sldId="619"/>
            <ac:picMk id="4" creationId="{93E88E19-27A5-54DB-2B55-E1B0EC833F62}"/>
          </ac:picMkLst>
        </pc:picChg>
      </pc:sldChg>
      <pc:sldChg chg="addSp delSp modSp add mod">
        <pc:chgData name="Rafael Tavares" userId="b5f6855f0475f1c2" providerId="LiveId" clId="{628D8C17-BF8F-5867-8BEA-63D513C56F74}" dt="2026-09-14T22:31:45.432" v="336" actId="167"/>
        <pc:sldMkLst>
          <pc:docMk/>
          <pc:sldMk cId="4183845405" sldId="620"/>
        </pc:sldMkLst>
        <pc:spChg chg="mod">
          <ac:chgData name="Rafael Tavares" userId="b5f6855f0475f1c2" providerId="LiveId" clId="{628D8C17-BF8F-5867-8BEA-63D513C56F74}" dt="2026-09-14T22:10:19.094" v="99" actId="207"/>
          <ac:spMkLst>
            <pc:docMk/>
            <pc:sldMk cId="4183845405" sldId="620"/>
            <ac:spMk id="3" creationId="{38ADE645-AEBD-5E56-EC38-3E9FEAF40FB0}"/>
          </ac:spMkLst>
        </pc:spChg>
        <pc:spChg chg="del">
          <ac:chgData name="Rafael Tavares" userId="b5f6855f0475f1c2" providerId="LiveId" clId="{628D8C17-BF8F-5867-8BEA-63D513C56F74}" dt="2026-09-14T22:31:40.959" v="334" actId="478"/>
          <ac:spMkLst>
            <pc:docMk/>
            <pc:sldMk cId="4183845405" sldId="620"/>
            <ac:spMk id="10" creationId="{53C3E51D-E104-82EA-6F28-74E32B1E5F6A}"/>
          </ac:spMkLst>
        </pc:spChg>
        <pc:picChg chg="add mod">
          <ac:chgData name="Rafael Tavares" userId="b5f6855f0475f1c2" providerId="LiveId" clId="{628D8C17-BF8F-5867-8BEA-63D513C56F74}" dt="2026-09-14T22:31:45.432" v="336" actId="167"/>
          <ac:picMkLst>
            <pc:docMk/>
            <pc:sldMk cId="4183845405" sldId="620"/>
            <ac:picMk id="4" creationId="{7B927D76-90EB-261D-72E0-A50B09062E44}"/>
          </ac:picMkLst>
        </pc:picChg>
      </pc:sldChg>
      <pc:sldChg chg="addSp delSp modSp add mod">
        <pc:chgData name="Rafael Tavares" userId="b5f6855f0475f1c2" providerId="LiveId" clId="{628D8C17-BF8F-5867-8BEA-63D513C56F74}" dt="2026-09-14T22:31:58.013" v="339" actId="167"/>
        <pc:sldMkLst>
          <pc:docMk/>
          <pc:sldMk cId="2000104781" sldId="621"/>
        </pc:sldMkLst>
        <pc:spChg chg="mod">
          <ac:chgData name="Rafael Tavares" userId="b5f6855f0475f1c2" providerId="LiveId" clId="{628D8C17-BF8F-5867-8BEA-63D513C56F74}" dt="2026-09-14T22:14:56.472" v="246" actId="207"/>
          <ac:spMkLst>
            <pc:docMk/>
            <pc:sldMk cId="2000104781" sldId="621"/>
            <ac:spMk id="3" creationId="{D953E899-4CA8-69C3-E926-10C05DFEF926}"/>
          </ac:spMkLst>
        </pc:spChg>
        <pc:spChg chg="del">
          <ac:chgData name="Rafael Tavares" userId="b5f6855f0475f1c2" providerId="LiveId" clId="{628D8C17-BF8F-5867-8BEA-63D513C56F74}" dt="2026-09-14T22:31:54.314" v="337" actId="478"/>
          <ac:spMkLst>
            <pc:docMk/>
            <pc:sldMk cId="2000104781" sldId="621"/>
            <ac:spMk id="10" creationId="{DA6BF429-9ECB-FCFE-5BB9-28AB288AE52A}"/>
          </ac:spMkLst>
        </pc:spChg>
        <pc:picChg chg="add mod">
          <ac:chgData name="Rafael Tavares" userId="b5f6855f0475f1c2" providerId="LiveId" clId="{628D8C17-BF8F-5867-8BEA-63D513C56F74}" dt="2026-09-14T22:31:58.013" v="339" actId="167"/>
          <ac:picMkLst>
            <pc:docMk/>
            <pc:sldMk cId="2000104781" sldId="621"/>
            <ac:picMk id="4" creationId="{58794B07-0F98-A65E-6A58-DCB776D8039A}"/>
          </ac:picMkLst>
        </pc:picChg>
      </pc:sldChg>
      <pc:sldChg chg="add">
        <pc:chgData name="Rafael Tavares" userId="b5f6855f0475f1c2" providerId="LiveId" clId="{628D8C17-BF8F-5867-8BEA-63D513C56F74}" dt="2026-09-14T22:14:41.116" v="242"/>
        <pc:sldMkLst>
          <pc:docMk/>
          <pc:sldMk cId="3109214775" sldId="622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C84A51B-13BF-326B-C25F-00841825199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A7ADFD-2107-F4F5-8721-E28C913C713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F7EBC8-DF47-47B9-B7F5-2CB06F302988}" type="datetimeFigureOut">
              <a:rPr lang="en-US" smtClean="0"/>
              <a:t>9/14/26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21BBCB-86F2-4A50-D624-19C7618D022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CAC57B-B3E0-2050-F9CD-39A219CDF8B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542198-F140-41E7-A44A-C3C116473F6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8309298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44D879-1A0A-D44F-8CAF-A6DE8D84D4FB}" type="datetimeFigureOut">
              <a:rPr lang="en-US" smtClean="0"/>
              <a:t>9/14/26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EDE089-5E0D-4F42-A2B3-B4BC8AEE8C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6440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6858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13716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20574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27432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34290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41148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48006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54864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247510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812AB3BF-55CE-FD5C-A188-D97E445D0B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872790" y="1"/>
            <a:ext cx="7415210" cy="102870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2323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F7E0E76-1F36-C45D-5A5C-8AE14E93470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65163" y="896441"/>
            <a:ext cx="5292725" cy="3642360"/>
          </a:xfrm>
          <a:custGeom>
            <a:avLst/>
            <a:gdLst>
              <a:gd name="connsiteX0" fmla="*/ 0 w 5292725"/>
              <a:gd name="connsiteY0" fmla="*/ 0 h 3642360"/>
              <a:gd name="connsiteX1" fmla="*/ 5292725 w 5292725"/>
              <a:gd name="connsiteY1" fmla="*/ 0 h 3642360"/>
              <a:gd name="connsiteX2" fmla="*/ 5292725 w 5292725"/>
              <a:gd name="connsiteY2" fmla="*/ 3642360 h 3642360"/>
              <a:gd name="connsiteX3" fmla="*/ 0 w 5292725"/>
              <a:gd name="connsiteY3" fmla="*/ 3642360 h 3642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2725" h="3642360">
                <a:moveTo>
                  <a:pt x="0" y="0"/>
                </a:moveTo>
                <a:lnTo>
                  <a:pt x="5292725" y="0"/>
                </a:lnTo>
                <a:lnTo>
                  <a:pt x="5292725" y="3642360"/>
                </a:lnTo>
                <a:lnTo>
                  <a:pt x="0" y="364236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EF1E0921-40B9-D026-E88E-08C7AED8C41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499225" y="896441"/>
            <a:ext cx="5292725" cy="3642360"/>
          </a:xfrm>
          <a:custGeom>
            <a:avLst/>
            <a:gdLst>
              <a:gd name="connsiteX0" fmla="*/ 0 w 5292725"/>
              <a:gd name="connsiteY0" fmla="*/ 0 h 3642360"/>
              <a:gd name="connsiteX1" fmla="*/ 5292725 w 5292725"/>
              <a:gd name="connsiteY1" fmla="*/ 0 h 3642360"/>
              <a:gd name="connsiteX2" fmla="*/ 5292725 w 5292725"/>
              <a:gd name="connsiteY2" fmla="*/ 3642360 h 3642360"/>
              <a:gd name="connsiteX3" fmla="*/ 0 w 5292725"/>
              <a:gd name="connsiteY3" fmla="*/ 3642360 h 3642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2725" h="3642360">
                <a:moveTo>
                  <a:pt x="0" y="0"/>
                </a:moveTo>
                <a:lnTo>
                  <a:pt x="5292725" y="0"/>
                </a:lnTo>
                <a:lnTo>
                  <a:pt x="5292725" y="3642360"/>
                </a:lnTo>
                <a:lnTo>
                  <a:pt x="0" y="364236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2FF481F-95A7-45CE-5E16-2F19F283303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2333287" y="896441"/>
            <a:ext cx="5292725" cy="3642360"/>
          </a:xfrm>
          <a:custGeom>
            <a:avLst/>
            <a:gdLst>
              <a:gd name="connsiteX0" fmla="*/ 0 w 5292725"/>
              <a:gd name="connsiteY0" fmla="*/ 0 h 3642360"/>
              <a:gd name="connsiteX1" fmla="*/ 5292725 w 5292725"/>
              <a:gd name="connsiteY1" fmla="*/ 0 h 3642360"/>
              <a:gd name="connsiteX2" fmla="*/ 5292725 w 5292725"/>
              <a:gd name="connsiteY2" fmla="*/ 3642360 h 3642360"/>
              <a:gd name="connsiteX3" fmla="*/ 0 w 5292725"/>
              <a:gd name="connsiteY3" fmla="*/ 3642360 h 3642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2725" h="3642360">
                <a:moveTo>
                  <a:pt x="0" y="0"/>
                </a:moveTo>
                <a:lnTo>
                  <a:pt x="5292725" y="0"/>
                </a:lnTo>
                <a:lnTo>
                  <a:pt x="5292725" y="3642360"/>
                </a:lnTo>
                <a:lnTo>
                  <a:pt x="0" y="364236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" name="Picture Placeholder 12">
            <a:extLst>
              <a:ext uri="{FF2B5EF4-FFF2-40B4-BE49-F238E27FC236}">
                <a16:creationId xmlns:a16="http://schemas.microsoft.com/office/drawing/2014/main" id="{2902ACF7-F402-36DE-E2F2-1CBE6DB4A5B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61988" y="5343255"/>
            <a:ext cx="5292725" cy="3642360"/>
          </a:xfrm>
          <a:custGeom>
            <a:avLst/>
            <a:gdLst>
              <a:gd name="connsiteX0" fmla="*/ 0 w 5292725"/>
              <a:gd name="connsiteY0" fmla="*/ 0 h 3642360"/>
              <a:gd name="connsiteX1" fmla="*/ 5292725 w 5292725"/>
              <a:gd name="connsiteY1" fmla="*/ 0 h 3642360"/>
              <a:gd name="connsiteX2" fmla="*/ 5292725 w 5292725"/>
              <a:gd name="connsiteY2" fmla="*/ 3642360 h 3642360"/>
              <a:gd name="connsiteX3" fmla="*/ 0 w 5292725"/>
              <a:gd name="connsiteY3" fmla="*/ 3642360 h 3642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2725" h="3642360">
                <a:moveTo>
                  <a:pt x="0" y="0"/>
                </a:moveTo>
                <a:lnTo>
                  <a:pt x="5292725" y="0"/>
                </a:lnTo>
                <a:lnTo>
                  <a:pt x="5292725" y="3642360"/>
                </a:lnTo>
                <a:lnTo>
                  <a:pt x="0" y="364236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EE6CD573-2023-79F2-8F18-E311E9EEC1D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496050" y="5343255"/>
            <a:ext cx="5292725" cy="3642360"/>
          </a:xfrm>
          <a:custGeom>
            <a:avLst/>
            <a:gdLst>
              <a:gd name="connsiteX0" fmla="*/ 0 w 5292725"/>
              <a:gd name="connsiteY0" fmla="*/ 0 h 3642360"/>
              <a:gd name="connsiteX1" fmla="*/ 5292725 w 5292725"/>
              <a:gd name="connsiteY1" fmla="*/ 0 h 3642360"/>
              <a:gd name="connsiteX2" fmla="*/ 5292725 w 5292725"/>
              <a:gd name="connsiteY2" fmla="*/ 3642360 h 3642360"/>
              <a:gd name="connsiteX3" fmla="*/ 0 w 5292725"/>
              <a:gd name="connsiteY3" fmla="*/ 3642360 h 3642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2725" h="3642360">
                <a:moveTo>
                  <a:pt x="0" y="0"/>
                </a:moveTo>
                <a:lnTo>
                  <a:pt x="5292725" y="0"/>
                </a:lnTo>
                <a:lnTo>
                  <a:pt x="5292725" y="3642360"/>
                </a:lnTo>
                <a:lnTo>
                  <a:pt x="0" y="364236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FD12191E-70C8-DE83-0BED-8BC3D4CBB39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2330112" y="5343255"/>
            <a:ext cx="5292725" cy="3642360"/>
          </a:xfrm>
          <a:custGeom>
            <a:avLst/>
            <a:gdLst>
              <a:gd name="connsiteX0" fmla="*/ 0 w 5292725"/>
              <a:gd name="connsiteY0" fmla="*/ 0 h 3642360"/>
              <a:gd name="connsiteX1" fmla="*/ 5292725 w 5292725"/>
              <a:gd name="connsiteY1" fmla="*/ 0 h 3642360"/>
              <a:gd name="connsiteX2" fmla="*/ 5292725 w 5292725"/>
              <a:gd name="connsiteY2" fmla="*/ 3642360 h 3642360"/>
              <a:gd name="connsiteX3" fmla="*/ 0 w 5292725"/>
              <a:gd name="connsiteY3" fmla="*/ 3642360 h 3642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2725" h="3642360">
                <a:moveTo>
                  <a:pt x="0" y="0"/>
                </a:moveTo>
                <a:lnTo>
                  <a:pt x="5292725" y="0"/>
                </a:lnTo>
                <a:lnTo>
                  <a:pt x="5292725" y="3642360"/>
                </a:lnTo>
                <a:lnTo>
                  <a:pt x="0" y="364236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0988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103D3B0-6168-6964-0338-9C8AABA1F7F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3111" y="3900869"/>
            <a:ext cx="8878824" cy="5724144"/>
          </a:xfrm>
          <a:custGeom>
            <a:avLst/>
            <a:gdLst>
              <a:gd name="connsiteX0" fmla="*/ 0 w 1944687"/>
              <a:gd name="connsiteY0" fmla="*/ 0 h 2416629"/>
              <a:gd name="connsiteX1" fmla="*/ 1944687 w 1944687"/>
              <a:gd name="connsiteY1" fmla="*/ 0 h 2416629"/>
              <a:gd name="connsiteX2" fmla="*/ 1944687 w 1944687"/>
              <a:gd name="connsiteY2" fmla="*/ 2416629 h 2416629"/>
              <a:gd name="connsiteX3" fmla="*/ 0 w 1944687"/>
              <a:gd name="connsiteY3" fmla="*/ 2416629 h 2416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44687" h="2416629">
                <a:moveTo>
                  <a:pt x="0" y="0"/>
                </a:moveTo>
                <a:lnTo>
                  <a:pt x="1944687" y="0"/>
                </a:lnTo>
                <a:lnTo>
                  <a:pt x="1944687" y="2416629"/>
                </a:lnTo>
                <a:lnTo>
                  <a:pt x="0" y="2416629"/>
                </a:lnTo>
                <a:close/>
              </a:path>
            </a:pathLst>
          </a:cu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92426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80ED8CCB-6451-EB4A-7FEE-73EC1AFB1D9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038725" y="2204295"/>
            <a:ext cx="3836988" cy="3826400"/>
          </a:xfrm>
          <a:custGeom>
            <a:avLst/>
            <a:gdLst>
              <a:gd name="connsiteX0" fmla="*/ 96364 w 1331913"/>
              <a:gd name="connsiteY0" fmla="*/ 0 h 1328238"/>
              <a:gd name="connsiteX1" fmla="*/ 1235549 w 1331913"/>
              <a:gd name="connsiteY1" fmla="*/ 0 h 1328238"/>
              <a:gd name="connsiteX2" fmla="*/ 1331913 w 1331913"/>
              <a:gd name="connsiteY2" fmla="*/ 96364 h 1328238"/>
              <a:gd name="connsiteX3" fmla="*/ 1331913 w 1331913"/>
              <a:gd name="connsiteY3" fmla="*/ 1231874 h 1328238"/>
              <a:gd name="connsiteX4" fmla="*/ 1235549 w 1331913"/>
              <a:gd name="connsiteY4" fmla="*/ 1328238 h 1328238"/>
              <a:gd name="connsiteX5" fmla="*/ 96364 w 1331913"/>
              <a:gd name="connsiteY5" fmla="*/ 1328238 h 1328238"/>
              <a:gd name="connsiteX6" fmla="*/ 0 w 1331913"/>
              <a:gd name="connsiteY6" fmla="*/ 1231874 h 1328238"/>
              <a:gd name="connsiteX7" fmla="*/ 0 w 1331913"/>
              <a:gd name="connsiteY7" fmla="*/ 96364 h 1328238"/>
              <a:gd name="connsiteX8" fmla="*/ 96364 w 1331913"/>
              <a:gd name="connsiteY8" fmla="*/ 0 h 1328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31913" h="1328238">
                <a:moveTo>
                  <a:pt x="96364" y="0"/>
                </a:moveTo>
                <a:lnTo>
                  <a:pt x="1235549" y="0"/>
                </a:lnTo>
                <a:cubicBezTo>
                  <a:pt x="1288769" y="0"/>
                  <a:pt x="1331913" y="43144"/>
                  <a:pt x="1331913" y="96364"/>
                </a:cubicBezTo>
                <a:lnTo>
                  <a:pt x="1331913" y="1231874"/>
                </a:lnTo>
                <a:cubicBezTo>
                  <a:pt x="1331913" y="1285094"/>
                  <a:pt x="1288769" y="1328238"/>
                  <a:pt x="1235549" y="1328238"/>
                </a:cubicBezTo>
                <a:lnTo>
                  <a:pt x="96364" y="1328238"/>
                </a:lnTo>
                <a:cubicBezTo>
                  <a:pt x="43144" y="1328238"/>
                  <a:pt x="0" y="1285094"/>
                  <a:pt x="0" y="1231874"/>
                </a:cubicBezTo>
                <a:lnTo>
                  <a:pt x="0" y="96364"/>
                </a:lnTo>
                <a:cubicBezTo>
                  <a:pt x="0" y="43144"/>
                  <a:pt x="43144" y="0"/>
                  <a:pt x="96364" y="0"/>
                </a:cubicBezTo>
                <a:close/>
              </a:path>
            </a:pathLst>
          </a:cu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53905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80ED8CCB-6451-EB4A-7FEE-73EC1AFB1D9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581400" y="3423713"/>
            <a:ext cx="3836988" cy="3826400"/>
          </a:xfrm>
          <a:prstGeom prst="rect">
            <a:avLst/>
          </a:pr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8184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810B1B8F-A07F-BC7C-86B2-4D90D8EE1D7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407525" y="661988"/>
            <a:ext cx="8211312" cy="4233672"/>
          </a:xfrm>
          <a:custGeom>
            <a:avLst/>
            <a:gdLst>
              <a:gd name="connsiteX0" fmla="*/ 0 w 1944687"/>
              <a:gd name="connsiteY0" fmla="*/ 0 h 2416629"/>
              <a:gd name="connsiteX1" fmla="*/ 1944687 w 1944687"/>
              <a:gd name="connsiteY1" fmla="*/ 0 h 2416629"/>
              <a:gd name="connsiteX2" fmla="*/ 1944687 w 1944687"/>
              <a:gd name="connsiteY2" fmla="*/ 2416629 h 2416629"/>
              <a:gd name="connsiteX3" fmla="*/ 0 w 1944687"/>
              <a:gd name="connsiteY3" fmla="*/ 2416629 h 2416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44687" h="2416629">
                <a:moveTo>
                  <a:pt x="0" y="0"/>
                </a:moveTo>
                <a:lnTo>
                  <a:pt x="1944687" y="0"/>
                </a:lnTo>
                <a:lnTo>
                  <a:pt x="1944687" y="2416629"/>
                </a:lnTo>
                <a:lnTo>
                  <a:pt x="0" y="2416629"/>
                </a:lnTo>
                <a:close/>
              </a:path>
            </a:pathLst>
          </a:cu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C2D63ACF-810C-81D6-0A2C-B2CCA0FA3FE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3781885" y="5391342"/>
            <a:ext cx="3840480" cy="4233672"/>
          </a:xfrm>
          <a:custGeom>
            <a:avLst/>
            <a:gdLst>
              <a:gd name="connsiteX0" fmla="*/ 0 w 1944687"/>
              <a:gd name="connsiteY0" fmla="*/ 0 h 2416629"/>
              <a:gd name="connsiteX1" fmla="*/ 1944687 w 1944687"/>
              <a:gd name="connsiteY1" fmla="*/ 0 h 2416629"/>
              <a:gd name="connsiteX2" fmla="*/ 1944687 w 1944687"/>
              <a:gd name="connsiteY2" fmla="*/ 2416629 h 2416629"/>
              <a:gd name="connsiteX3" fmla="*/ 0 w 1944687"/>
              <a:gd name="connsiteY3" fmla="*/ 2416629 h 2416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44687" h="2416629">
                <a:moveTo>
                  <a:pt x="0" y="0"/>
                </a:moveTo>
                <a:lnTo>
                  <a:pt x="1944687" y="0"/>
                </a:lnTo>
                <a:lnTo>
                  <a:pt x="1944687" y="2416629"/>
                </a:lnTo>
                <a:lnTo>
                  <a:pt x="0" y="2416629"/>
                </a:lnTo>
                <a:close/>
              </a:path>
            </a:pathLst>
          </a:cu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235726A-0694-7443-C283-B589A53819A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407529" y="5391342"/>
            <a:ext cx="3840480" cy="4233672"/>
          </a:xfrm>
          <a:custGeom>
            <a:avLst/>
            <a:gdLst>
              <a:gd name="connsiteX0" fmla="*/ 0 w 1944687"/>
              <a:gd name="connsiteY0" fmla="*/ 0 h 2416629"/>
              <a:gd name="connsiteX1" fmla="*/ 1944687 w 1944687"/>
              <a:gd name="connsiteY1" fmla="*/ 0 h 2416629"/>
              <a:gd name="connsiteX2" fmla="*/ 1944687 w 1944687"/>
              <a:gd name="connsiteY2" fmla="*/ 2416629 h 2416629"/>
              <a:gd name="connsiteX3" fmla="*/ 0 w 1944687"/>
              <a:gd name="connsiteY3" fmla="*/ 2416629 h 2416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44687" h="2416629">
                <a:moveTo>
                  <a:pt x="0" y="0"/>
                </a:moveTo>
                <a:lnTo>
                  <a:pt x="1944687" y="0"/>
                </a:lnTo>
                <a:lnTo>
                  <a:pt x="1944687" y="2416629"/>
                </a:lnTo>
                <a:lnTo>
                  <a:pt x="0" y="2416629"/>
                </a:lnTo>
                <a:close/>
              </a:path>
            </a:pathLst>
          </a:cu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5477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3">
            <a:extLst>
              <a:ext uri="{FF2B5EF4-FFF2-40B4-BE49-F238E27FC236}">
                <a16:creationId xmlns:a16="http://schemas.microsoft.com/office/drawing/2014/main" id="{10999856-B4C6-88C9-C70C-9F9B9F0FD6D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64369" y="661988"/>
            <a:ext cx="3840480" cy="4242816"/>
          </a:xfrm>
          <a:prstGeom prst="rect">
            <a:avLst/>
          </a:pr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9" name="Picture Placeholder 3">
            <a:extLst>
              <a:ext uri="{FF2B5EF4-FFF2-40B4-BE49-F238E27FC236}">
                <a16:creationId xmlns:a16="http://schemas.microsoft.com/office/drawing/2014/main" id="{166CCDDF-7DF3-63E1-B4CE-FDE335EEA14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034441" y="661988"/>
            <a:ext cx="3840480" cy="4242816"/>
          </a:xfrm>
          <a:prstGeom prst="rect">
            <a:avLst/>
          </a:pr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0" name="Picture Placeholder 3">
            <a:extLst>
              <a:ext uri="{FF2B5EF4-FFF2-40B4-BE49-F238E27FC236}">
                <a16:creationId xmlns:a16="http://schemas.microsoft.com/office/drawing/2014/main" id="{42AD98E8-87A6-3FA0-1F41-9BC038A3310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408796" y="661988"/>
            <a:ext cx="3840480" cy="4242816"/>
          </a:xfrm>
          <a:prstGeom prst="rect">
            <a:avLst/>
          </a:pr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9DD10A45-9215-6907-5778-FE32AE4E353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3783153" y="661988"/>
            <a:ext cx="3840480" cy="4242816"/>
          </a:xfrm>
          <a:prstGeom prst="rect">
            <a:avLst/>
          </a:pr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2" name="Picture Placeholder 3">
            <a:extLst>
              <a:ext uri="{FF2B5EF4-FFF2-40B4-BE49-F238E27FC236}">
                <a16:creationId xmlns:a16="http://schemas.microsoft.com/office/drawing/2014/main" id="{5323B5D6-0438-18B5-EC5B-118829A125A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4368" y="5382195"/>
            <a:ext cx="3840480" cy="4242816"/>
          </a:xfrm>
          <a:prstGeom prst="rect">
            <a:avLst/>
          </a:pr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3" name="Picture Placeholder 3">
            <a:extLst>
              <a:ext uri="{FF2B5EF4-FFF2-40B4-BE49-F238E27FC236}">
                <a16:creationId xmlns:a16="http://schemas.microsoft.com/office/drawing/2014/main" id="{8264065C-1ABC-29A9-732A-0C25683F220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038725" y="5382195"/>
            <a:ext cx="3840480" cy="4242816"/>
          </a:xfrm>
          <a:prstGeom prst="rect">
            <a:avLst/>
          </a:pr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352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3">
            <a:extLst>
              <a:ext uri="{FF2B5EF4-FFF2-40B4-BE49-F238E27FC236}">
                <a16:creationId xmlns:a16="http://schemas.microsoft.com/office/drawing/2014/main" id="{33D9C92B-8244-A0CA-A645-F1078A33947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61670" y="7265714"/>
            <a:ext cx="3840480" cy="3472624"/>
          </a:xfrm>
          <a:prstGeom prst="roundRect">
            <a:avLst>
              <a:gd name="adj" fmla="val 4418"/>
            </a:avLst>
          </a:pr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9" name="Picture Placeholder 3">
            <a:extLst>
              <a:ext uri="{FF2B5EF4-FFF2-40B4-BE49-F238E27FC236}">
                <a16:creationId xmlns:a16="http://schemas.microsoft.com/office/drawing/2014/main" id="{5A14A5BE-2991-0A38-994F-2E74383821C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035233" y="-422032"/>
            <a:ext cx="3840480" cy="1605029"/>
          </a:xfrm>
          <a:prstGeom prst="roundRect">
            <a:avLst>
              <a:gd name="adj" fmla="val 8216"/>
            </a:avLst>
          </a:pr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6" name="Picture Placeholder 3">
            <a:extLst>
              <a:ext uri="{FF2B5EF4-FFF2-40B4-BE49-F238E27FC236}">
                <a16:creationId xmlns:a16="http://schemas.microsoft.com/office/drawing/2014/main" id="{47F2A06A-3F5E-A2A1-DD0C-352D495596B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1670" y="-422032"/>
            <a:ext cx="3840480" cy="3636966"/>
          </a:xfrm>
          <a:prstGeom prst="roundRect">
            <a:avLst>
              <a:gd name="adj" fmla="val 4418"/>
            </a:avLst>
          </a:pr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972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1F275329-C137-4654-AB01-9BEF2A4F99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8288000" cy="10287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pattFill prst="pct50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ID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30DC88D9-648B-4CE8-8B27-980F44B5EB1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863230" y="4297691"/>
            <a:ext cx="3424770" cy="4190094"/>
          </a:xfrm>
          <a:custGeom>
            <a:avLst/>
            <a:gdLst>
              <a:gd name="connsiteX0" fmla="*/ 698349 w 2283180"/>
              <a:gd name="connsiteY0" fmla="*/ 0 h 2793396"/>
              <a:gd name="connsiteX1" fmla="*/ 2283180 w 2283180"/>
              <a:gd name="connsiteY1" fmla="*/ 0 h 2793396"/>
              <a:gd name="connsiteX2" fmla="*/ 2283180 w 2283180"/>
              <a:gd name="connsiteY2" fmla="*/ 2793396 h 2793396"/>
              <a:gd name="connsiteX3" fmla="*/ 0 w 2283180"/>
              <a:gd name="connsiteY3" fmla="*/ 2793396 h 27933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83180" h="2793396">
                <a:moveTo>
                  <a:pt x="698349" y="0"/>
                </a:moveTo>
                <a:lnTo>
                  <a:pt x="2283180" y="0"/>
                </a:lnTo>
                <a:lnTo>
                  <a:pt x="2283180" y="2793396"/>
                </a:lnTo>
                <a:lnTo>
                  <a:pt x="0" y="2793396"/>
                </a:lnTo>
                <a:close/>
              </a:path>
            </a:pathLst>
          </a:custGeom>
          <a:pattFill prst="pct50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ID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ABC970B-89F4-46AC-AA98-F84A4B7DEAA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152531" y="4297691"/>
            <a:ext cx="5433426" cy="4190094"/>
          </a:xfrm>
          <a:custGeom>
            <a:avLst/>
            <a:gdLst>
              <a:gd name="connsiteX0" fmla="*/ 698349 w 3622284"/>
              <a:gd name="connsiteY0" fmla="*/ 0 h 2793396"/>
              <a:gd name="connsiteX1" fmla="*/ 3622284 w 3622284"/>
              <a:gd name="connsiteY1" fmla="*/ 0 h 2793396"/>
              <a:gd name="connsiteX2" fmla="*/ 2923935 w 3622284"/>
              <a:gd name="connsiteY2" fmla="*/ 2793396 h 2793396"/>
              <a:gd name="connsiteX3" fmla="*/ 0 w 3622284"/>
              <a:gd name="connsiteY3" fmla="*/ 2793396 h 27933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622284" h="2793396">
                <a:moveTo>
                  <a:pt x="698349" y="0"/>
                </a:moveTo>
                <a:lnTo>
                  <a:pt x="3622284" y="0"/>
                </a:lnTo>
                <a:lnTo>
                  <a:pt x="2923935" y="2793396"/>
                </a:lnTo>
                <a:lnTo>
                  <a:pt x="0" y="2793396"/>
                </a:lnTo>
                <a:close/>
              </a:path>
            </a:pathLst>
          </a:custGeom>
          <a:pattFill prst="pct50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9635115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0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6">
            <a:extLst>
              <a:ext uri="{FF2B5EF4-FFF2-40B4-BE49-F238E27FC236}">
                <a16:creationId xmlns:a16="http://schemas.microsoft.com/office/drawing/2014/main" id="{11EA3894-937B-4CA3-8E14-6FF62851763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8288000" cy="10287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pattFill prst="pct50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97935474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985A26F2-CB99-8D3F-CEF9-61A4C6B7D8C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926830" y="2316479"/>
            <a:ext cx="3556635" cy="6167259"/>
          </a:xfrm>
          <a:custGeom>
            <a:avLst/>
            <a:gdLst>
              <a:gd name="connsiteX0" fmla="*/ 0 w 2371090"/>
              <a:gd name="connsiteY0" fmla="*/ 0 h 4111506"/>
              <a:gd name="connsiteX1" fmla="*/ 2371090 w 2371090"/>
              <a:gd name="connsiteY1" fmla="*/ 0 h 4111506"/>
              <a:gd name="connsiteX2" fmla="*/ 2371090 w 2371090"/>
              <a:gd name="connsiteY2" fmla="*/ 4111506 h 4111506"/>
              <a:gd name="connsiteX3" fmla="*/ 927428 w 2371090"/>
              <a:gd name="connsiteY3" fmla="*/ 4111506 h 4111506"/>
              <a:gd name="connsiteX4" fmla="*/ 0 w 2371090"/>
              <a:gd name="connsiteY4" fmla="*/ 3184078 h 4111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71090" h="4111506">
                <a:moveTo>
                  <a:pt x="0" y="0"/>
                </a:moveTo>
                <a:lnTo>
                  <a:pt x="2371090" y="0"/>
                </a:lnTo>
                <a:lnTo>
                  <a:pt x="2371090" y="4111506"/>
                </a:lnTo>
                <a:lnTo>
                  <a:pt x="927428" y="4111506"/>
                </a:lnTo>
                <a:lnTo>
                  <a:pt x="0" y="3184078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en-ID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911627F-9C3A-8C6C-F7C6-CA1CC2650EE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2607290" y="1813412"/>
            <a:ext cx="3556635" cy="4201152"/>
          </a:xfrm>
          <a:custGeom>
            <a:avLst/>
            <a:gdLst>
              <a:gd name="connsiteX0" fmla="*/ 0 w 2371090"/>
              <a:gd name="connsiteY0" fmla="*/ 0 h 2800768"/>
              <a:gd name="connsiteX1" fmla="*/ 1321740 w 2371090"/>
              <a:gd name="connsiteY1" fmla="*/ 0 h 2800768"/>
              <a:gd name="connsiteX2" fmla="*/ 2371090 w 2371090"/>
              <a:gd name="connsiteY2" fmla="*/ 1049350 h 2800768"/>
              <a:gd name="connsiteX3" fmla="*/ 2371090 w 2371090"/>
              <a:gd name="connsiteY3" fmla="*/ 2800768 h 2800768"/>
              <a:gd name="connsiteX4" fmla="*/ 0 w 2371090"/>
              <a:gd name="connsiteY4" fmla="*/ 2800768 h 28007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71090" h="2800768">
                <a:moveTo>
                  <a:pt x="0" y="0"/>
                </a:moveTo>
                <a:lnTo>
                  <a:pt x="1321740" y="0"/>
                </a:lnTo>
                <a:lnTo>
                  <a:pt x="2371090" y="1049350"/>
                </a:lnTo>
                <a:lnTo>
                  <a:pt x="2371090" y="2800768"/>
                </a:lnTo>
                <a:lnTo>
                  <a:pt x="0" y="2800768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6987136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</p:spPr>
        <p:txBody>
          <a:bodyPr vert="horz" lIns="0" tIns="45720" rIns="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00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9/14/26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47535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712" r:id="rId2"/>
    <p:sldLayoutId id="2147483708" r:id="rId3"/>
    <p:sldLayoutId id="2147483718" r:id="rId4"/>
    <p:sldLayoutId id="2147483714" r:id="rId5"/>
    <p:sldLayoutId id="2147483722" r:id="rId6"/>
    <p:sldLayoutId id="2147483719" r:id="rId7"/>
    <p:sldLayoutId id="2147483720" r:id="rId8"/>
    <p:sldLayoutId id="2147483721" r:id="rId9"/>
    <p:sldLayoutId id="2147483727" r:id="rId10"/>
    <p:sldLayoutId id="2147483728" r:id="rId11"/>
    <p:sldLayoutId id="2147483734" r:id="rId12"/>
  </p:sldLayoutIdLst>
  <p:txStyles>
    <p:titleStyle>
      <a:lvl1pPr algn="l" defTabSz="1371600" rtl="0" eaLnBrk="1" latinLnBrk="0" hangingPunct="1">
        <a:lnSpc>
          <a:spcPct val="90000"/>
        </a:lnSpc>
        <a:spcBef>
          <a:spcPct val="0"/>
        </a:spcBef>
        <a:buNone/>
        <a:defRPr sz="6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13716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4200" kern="1200">
          <a:solidFill>
            <a:schemeClr val="tx2"/>
          </a:solidFill>
          <a:latin typeface="+mn-lt"/>
          <a:ea typeface="+mn-ea"/>
          <a:cs typeface="+mn-cs"/>
        </a:defRPr>
      </a:lvl1pPr>
      <a:lvl2pPr marL="1028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600" kern="1200">
          <a:solidFill>
            <a:schemeClr val="tx2"/>
          </a:solidFill>
          <a:latin typeface="+mn-lt"/>
          <a:ea typeface="+mn-ea"/>
          <a:cs typeface="+mn-cs"/>
        </a:defRPr>
      </a:lvl2pPr>
      <a:lvl3pPr marL="1714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000" kern="1200">
          <a:solidFill>
            <a:schemeClr val="tx2"/>
          </a:solidFill>
          <a:latin typeface="+mn-lt"/>
          <a:ea typeface="+mn-ea"/>
          <a:cs typeface="+mn-cs"/>
        </a:defRPr>
      </a:lvl3pPr>
      <a:lvl4pPr marL="2400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2"/>
          </a:solidFill>
          <a:latin typeface="+mn-lt"/>
          <a:ea typeface="+mn-ea"/>
          <a:cs typeface="+mn-cs"/>
        </a:defRPr>
      </a:lvl4pPr>
      <a:lvl5pPr marL="30861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2"/>
          </a:solidFill>
          <a:latin typeface="+mn-lt"/>
          <a:ea typeface="+mn-ea"/>
          <a:cs typeface="+mn-cs"/>
        </a:defRPr>
      </a:lvl5pPr>
      <a:lvl6pPr marL="37719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17" userDrawn="1">
          <p15:clr>
            <a:srgbClr val="F26B43"/>
          </p15:clr>
        </p15:guide>
        <p15:guide id="2" orient="horz" pos="6063" userDrawn="1">
          <p15:clr>
            <a:srgbClr val="F26B43"/>
          </p15:clr>
        </p15:guide>
        <p15:guide id="3" pos="11102" userDrawn="1">
          <p15:clr>
            <a:srgbClr val="F26B43"/>
          </p15:clr>
        </p15:guide>
        <p15:guide id="4" pos="419" userDrawn="1">
          <p15:clr>
            <a:srgbClr val="F26B43"/>
          </p15:clr>
        </p15:guide>
        <p15:guide id="5" pos="1338" userDrawn="1">
          <p15:clr>
            <a:srgbClr val="F26B43"/>
          </p15:clr>
        </p15:guide>
        <p15:guide id="6" pos="998" userDrawn="1">
          <p15:clr>
            <a:srgbClr val="F26B43"/>
          </p15:clr>
        </p15:guide>
        <p15:guide id="7" pos="1916" userDrawn="1">
          <p15:clr>
            <a:srgbClr val="F26B43"/>
          </p15:clr>
        </p15:guide>
        <p15:guide id="8" pos="2256" userDrawn="1">
          <p15:clr>
            <a:srgbClr val="F26B43"/>
          </p15:clr>
        </p15:guide>
        <p15:guide id="9" pos="2835" userDrawn="1">
          <p15:clr>
            <a:srgbClr val="F26B43"/>
          </p15:clr>
        </p15:guide>
        <p15:guide id="10" pos="3174" userDrawn="1">
          <p15:clr>
            <a:srgbClr val="F26B43"/>
          </p15:clr>
        </p15:guide>
        <p15:guide id="11" pos="3753" userDrawn="1">
          <p15:clr>
            <a:srgbClr val="F26B43"/>
          </p15:clr>
        </p15:guide>
        <p15:guide id="12" pos="4094" userDrawn="1">
          <p15:clr>
            <a:srgbClr val="F26B43"/>
          </p15:clr>
        </p15:guide>
        <p15:guide id="13" pos="4671" userDrawn="1">
          <p15:clr>
            <a:srgbClr val="F26B43"/>
          </p15:clr>
        </p15:guide>
        <p15:guide id="14" pos="5012" userDrawn="1">
          <p15:clr>
            <a:srgbClr val="F26B43"/>
          </p15:clr>
        </p15:guide>
        <p15:guide id="15" pos="5591" userDrawn="1">
          <p15:clr>
            <a:srgbClr val="F26B43"/>
          </p15:clr>
        </p15:guide>
        <p15:guide id="16" pos="5930" userDrawn="1">
          <p15:clr>
            <a:srgbClr val="F26B43"/>
          </p15:clr>
        </p15:guide>
        <p15:guide id="17" pos="6509" userDrawn="1">
          <p15:clr>
            <a:srgbClr val="F26B43"/>
          </p15:clr>
        </p15:guide>
        <p15:guide id="18" pos="6849" userDrawn="1">
          <p15:clr>
            <a:srgbClr val="F26B43"/>
          </p15:clr>
        </p15:guide>
        <p15:guide id="19" pos="7427" userDrawn="1">
          <p15:clr>
            <a:srgbClr val="F26B43"/>
          </p15:clr>
        </p15:guide>
        <p15:guide id="20" pos="7767" userDrawn="1">
          <p15:clr>
            <a:srgbClr val="F26B43"/>
          </p15:clr>
        </p15:guide>
        <p15:guide id="21" pos="8346" userDrawn="1">
          <p15:clr>
            <a:srgbClr val="F26B43"/>
          </p15:clr>
        </p15:guide>
        <p15:guide id="22" pos="8685" userDrawn="1">
          <p15:clr>
            <a:srgbClr val="F26B43"/>
          </p15:clr>
        </p15:guide>
        <p15:guide id="23" pos="9264" userDrawn="1">
          <p15:clr>
            <a:srgbClr val="F26B43"/>
          </p15:clr>
        </p15:guide>
        <p15:guide id="24" pos="9605" userDrawn="1">
          <p15:clr>
            <a:srgbClr val="F26B43"/>
          </p15:clr>
        </p15:guide>
        <p15:guide id="25" pos="10182" userDrawn="1">
          <p15:clr>
            <a:srgbClr val="F26B43"/>
          </p15:clr>
        </p15:guide>
        <p15:guide id="26" pos="1052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Espaço Reservado para Imagem 3">
            <a:extLst>
              <a:ext uri="{FF2B5EF4-FFF2-40B4-BE49-F238E27FC236}">
                <a16:creationId xmlns:a16="http://schemas.microsoft.com/office/drawing/2014/main" id="{93E88E19-27A5-54DB-2B55-E1B0EC833F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"/>
          <a:stretch>
            <a:fillRect/>
          </a:stretch>
        </p:blipFill>
        <p:spPr>
          <a:xfrm>
            <a:off x="20" y="1923"/>
            <a:ext cx="18287980" cy="102850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664284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23">
            <a:extLst>
              <a:ext uri="{FF2B5EF4-FFF2-40B4-BE49-F238E27FC236}">
                <a16:creationId xmlns:a16="http://schemas.microsoft.com/office/drawing/2014/main" id="{61438316-40B3-C16B-84A1-C216F5B6E1BC}"/>
              </a:ext>
            </a:extLst>
          </p:cNvPr>
          <p:cNvSpPr txBox="1"/>
          <p:nvPr/>
        </p:nvSpPr>
        <p:spPr>
          <a:xfrm>
            <a:off x="665163" y="670761"/>
            <a:ext cx="5258097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sz="2400" dirty="0">
                <a:solidFill>
                  <a:schemeClr val="bg1"/>
                </a:solidFill>
                <a:latin typeface="GothamHTF-Book"/>
              </a:rPr>
              <a:t>MLOPS</a:t>
            </a:r>
          </a:p>
        </p:txBody>
      </p:sp>
      <p:sp>
        <p:nvSpPr>
          <p:cNvPr id="3" name="TextBox 22">
            <a:extLst>
              <a:ext uri="{FF2B5EF4-FFF2-40B4-BE49-F238E27FC236}">
                <a16:creationId xmlns:a16="http://schemas.microsoft.com/office/drawing/2014/main" id="{7AF05C90-9E02-8412-DD73-24E8C4BB1279}"/>
              </a:ext>
            </a:extLst>
          </p:cNvPr>
          <p:cNvSpPr txBox="1"/>
          <p:nvPr/>
        </p:nvSpPr>
        <p:spPr>
          <a:xfrm>
            <a:off x="537147" y="4033334"/>
            <a:ext cx="9470733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6600" dirty="0">
                <a:solidFill>
                  <a:schemeClr val="bg1"/>
                </a:solidFill>
                <a:latin typeface="GothamHTF-Book"/>
              </a:rPr>
              <a:t>CI/CD PARA ML</a:t>
            </a:r>
          </a:p>
          <a:p>
            <a:r>
              <a:rPr sz="2800" dirty="0">
                <a:solidFill>
                  <a:schemeClr val="bg1"/>
                </a:solidFill>
                <a:latin typeface="GothamHTF-Book"/>
              </a:rPr>
              <a:t>PARTE 01</a:t>
            </a:r>
          </a:p>
        </p:txBody>
      </p:sp>
      <p:sp>
        <p:nvSpPr>
          <p:cNvPr id="8" name="TextBox 27">
            <a:extLst>
              <a:ext uri="{FF2B5EF4-FFF2-40B4-BE49-F238E27FC236}">
                <a16:creationId xmlns:a16="http://schemas.microsoft.com/office/drawing/2014/main" id="{0C25BEE5-30A1-996F-2BE8-1984A465821C}"/>
              </a:ext>
            </a:extLst>
          </p:cNvPr>
          <p:cNvSpPr txBox="1"/>
          <p:nvPr/>
        </p:nvSpPr>
        <p:spPr>
          <a:xfrm>
            <a:off x="665163" y="9154574"/>
            <a:ext cx="714740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1050">
                <a:solidFill>
                  <a:srgbClr val="595959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sz="1800">
                <a:solidFill>
                  <a:schemeClr val="bg1"/>
                </a:solidFill>
                <a:latin typeface="Roboto Light"/>
              </a:rPr>
              <a:t>Prof. Rafael Tavares</a:t>
            </a:r>
            <a:endParaRPr lang="id-ID" sz="1800" dirty="0">
              <a:solidFill>
                <a:schemeClr val="bg1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632024" y="2026443"/>
            <a:ext cx="12585699" cy="6196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Por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que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CI/CD para ML 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mais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complexo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que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para software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tradicional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?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 err="1">
                <a:solidFill>
                  <a:srgbClr val="FFFFFF"/>
                </a:solidFill>
                <a:latin typeface="Roboto Light"/>
              </a:rPr>
              <a:t>Os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tres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eixos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mudanca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: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codigo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, dados 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modelo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CI, CD e Continuous Deployment: qual a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diferenca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As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tres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camadas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de testes de um pipeline de ML</a:t>
            </a:r>
          </a:p>
          <a:p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Ref: Fowler, M. (2019). Continuous Delivery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for Machine Learning.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martinfowler.com</a:t>
            </a:r>
            <a:endParaRPr sz="3600" dirty="0">
              <a:solidFill>
                <a:srgbClr val="FFFFFF"/>
              </a:solidFill>
              <a:latin typeface="Roboto Light"/>
            </a:endParaRP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4" y="661988"/>
            <a:ext cx="13155414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AGENDA DESTA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PARTE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632024" y="3022304"/>
            <a:ext cx="12585699" cy="6196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sz="4000" dirty="0">
                <a:solidFill>
                  <a:srgbClr val="FFFFFF"/>
                </a:solidFill>
                <a:latin typeface="Roboto Light"/>
              </a:rPr>
              <a:t>Continuous Integration (CI):</a:t>
            </a:r>
          </a:p>
          <a:p>
            <a:r>
              <a:rPr sz="40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4000" dirty="0">
                <a:solidFill>
                  <a:srgbClr val="FFFFFF"/>
                </a:solidFill>
                <a:latin typeface="Roboto Light"/>
              </a:rPr>
              <a:t>I</a:t>
            </a:r>
            <a:r>
              <a:rPr sz="4000" dirty="0" err="1">
                <a:solidFill>
                  <a:srgbClr val="FFFFFF"/>
                </a:solidFill>
                <a:latin typeface="Roboto Light"/>
              </a:rPr>
              <a:t>ntegrar</a:t>
            </a:r>
            <a:r>
              <a:rPr sz="40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4000" dirty="0" err="1">
                <a:solidFill>
                  <a:srgbClr val="FFFFFF"/>
                </a:solidFill>
                <a:latin typeface="Roboto Light"/>
              </a:rPr>
              <a:t>codigo</a:t>
            </a:r>
            <a:r>
              <a:rPr sz="4000" dirty="0">
                <a:solidFill>
                  <a:srgbClr val="FFFFFF"/>
                </a:solidFill>
                <a:latin typeface="Roboto Light"/>
              </a:rPr>
              <a:t> com </a:t>
            </a:r>
            <a:r>
              <a:rPr sz="4000" dirty="0" err="1">
                <a:solidFill>
                  <a:srgbClr val="FFFFFF"/>
                </a:solidFill>
                <a:latin typeface="Roboto Light"/>
              </a:rPr>
              <a:t>frequencia</a:t>
            </a:r>
            <a:r>
              <a:rPr sz="4000" dirty="0">
                <a:solidFill>
                  <a:srgbClr val="FFFFFF"/>
                </a:solidFill>
                <a:latin typeface="Roboto Light"/>
              </a:rPr>
              <a:t>, </a:t>
            </a:r>
            <a:r>
              <a:rPr sz="4000" dirty="0" err="1">
                <a:solidFill>
                  <a:srgbClr val="FFFFFF"/>
                </a:solidFill>
                <a:latin typeface="Roboto Light"/>
              </a:rPr>
              <a:t>disparando</a:t>
            </a:r>
            <a:r>
              <a:rPr sz="4000" dirty="0">
                <a:solidFill>
                  <a:srgbClr val="FFFFFF"/>
                </a:solidFill>
                <a:latin typeface="Roboto Light"/>
              </a:rPr>
              <a:t> testes </a:t>
            </a:r>
            <a:r>
              <a:rPr sz="4000" dirty="0" err="1">
                <a:solidFill>
                  <a:srgbClr val="FFFFFF"/>
                </a:solidFill>
                <a:latin typeface="Roboto Light"/>
              </a:rPr>
              <a:t>automatizados</a:t>
            </a:r>
            <a:endParaRPr sz="4000" dirty="0">
              <a:solidFill>
                <a:srgbClr val="FFFFFF"/>
              </a:solidFill>
              <a:latin typeface="Roboto Light"/>
            </a:endParaRPr>
          </a:p>
          <a:p>
            <a:endParaRPr sz="4000" dirty="0">
              <a:solidFill>
                <a:srgbClr val="FFFFFF"/>
              </a:solidFill>
              <a:latin typeface="Roboto Light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4000" dirty="0">
                <a:solidFill>
                  <a:srgbClr val="FFFFFF"/>
                </a:solidFill>
                <a:latin typeface="Roboto Light"/>
              </a:rPr>
              <a:t>Continuous Delivery (CD):</a:t>
            </a:r>
          </a:p>
          <a:p>
            <a:r>
              <a:rPr sz="40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4000" dirty="0">
                <a:solidFill>
                  <a:srgbClr val="FFFFFF"/>
                </a:solidFill>
                <a:latin typeface="Roboto Light"/>
              </a:rPr>
              <a:t>A</a:t>
            </a:r>
            <a:r>
              <a:rPr sz="4000" dirty="0">
                <a:solidFill>
                  <a:srgbClr val="FFFFFF"/>
                </a:solidFill>
                <a:latin typeface="Roboto Light"/>
              </a:rPr>
              <a:t>p</a:t>
            </a:r>
            <a:r>
              <a:rPr lang="pt-BR" sz="4000" dirty="0" err="1">
                <a:solidFill>
                  <a:srgbClr val="FFFFFF"/>
                </a:solidFill>
                <a:latin typeface="Roboto Light"/>
              </a:rPr>
              <a:t>ós</a:t>
            </a:r>
            <a:r>
              <a:rPr sz="40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4000" dirty="0" err="1">
                <a:solidFill>
                  <a:srgbClr val="FFFFFF"/>
                </a:solidFill>
                <a:latin typeface="Roboto Light"/>
              </a:rPr>
              <a:t>os</a:t>
            </a:r>
            <a:r>
              <a:rPr sz="4000" dirty="0">
                <a:solidFill>
                  <a:srgbClr val="FFFFFF"/>
                </a:solidFill>
                <a:latin typeface="Roboto Light"/>
              </a:rPr>
              <a:t> testes </a:t>
            </a:r>
            <a:r>
              <a:rPr sz="4000" dirty="0" err="1">
                <a:solidFill>
                  <a:srgbClr val="FFFFFF"/>
                </a:solidFill>
                <a:latin typeface="Roboto Light"/>
              </a:rPr>
              <a:t>passarem</a:t>
            </a:r>
            <a:r>
              <a:rPr sz="4000" dirty="0">
                <a:solidFill>
                  <a:srgbClr val="FFFFFF"/>
                </a:solidFill>
                <a:latin typeface="Roboto Light"/>
              </a:rPr>
              <a:t>, o software </a:t>
            </a:r>
            <a:r>
              <a:rPr sz="4000" dirty="0" err="1">
                <a:solidFill>
                  <a:srgbClr val="FFFFFF"/>
                </a:solidFill>
                <a:latin typeface="Roboto Light"/>
              </a:rPr>
              <a:t>esta</a:t>
            </a:r>
            <a:r>
              <a:rPr sz="4000" dirty="0">
                <a:solidFill>
                  <a:srgbClr val="FFFFFF"/>
                </a:solidFill>
                <a:latin typeface="Roboto Light"/>
              </a:rPr>
              <a:t> sempre pronto para deploy</a:t>
            </a:r>
          </a:p>
          <a:p>
            <a:endParaRPr sz="4000" dirty="0">
              <a:solidFill>
                <a:srgbClr val="FFFFFF"/>
              </a:solidFill>
              <a:latin typeface="Roboto Light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4000" dirty="0">
                <a:solidFill>
                  <a:srgbClr val="FFFFFF"/>
                </a:solidFill>
                <a:latin typeface="Roboto Light"/>
              </a:rPr>
              <a:t>Continuous Deployment:</a:t>
            </a:r>
          </a:p>
          <a:p>
            <a:r>
              <a:rPr sz="40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4000" dirty="0">
                <a:solidFill>
                  <a:srgbClr val="FFFFFF"/>
                </a:solidFill>
                <a:latin typeface="Roboto Light"/>
              </a:rPr>
              <a:t>V</a:t>
            </a:r>
            <a:r>
              <a:rPr sz="4000" dirty="0" err="1">
                <a:solidFill>
                  <a:srgbClr val="FFFFFF"/>
                </a:solidFill>
                <a:latin typeface="Roboto Light"/>
              </a:rPr>
              <a:t>ariacao</a:t>
            </a:r>
            <a:r>
              <a:rPr sz="40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4000" dirty="0" err="1">
                <a:solidFill>
                  <a:srgbClr val="FFFFFF"/>
                </a:solidFill>
                <a:latin typeface="Roboto Light"/>
              </a:rPr>
              <a:t>onde</a:t>
            </a:r>
            <a:r>
              <a:rPr sz="4000" dirty="0">
                <a:solidFill>
                  <a:srgbClr val="FFFFFF"/>
                </a:solidFill>
                <a:latin typeface="Roboto Light"/>
              </a:rPr>
              <a:t> o deploy </a:t>
            </a:r>
            <a:r>
              <a:rPr sz="4000" dirty="0" err="1">
                <a:solidFill>
                  <a:srgbClr val="FFFFFF"/>
                </a:solidFill>
                <a:latin typeface="Roboto Light"/>
              </a:rPr>
              <a:t>em</a:t>
            </a:r>
            <a:r>
              <a:rPr sz="40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4000" dirty="0" err="1">
                <a:solidFill>
                  <a:srgbClr val="FFFFFF"/>
                </a:solidFill>
                <a:latin typeface="Roboto Light"/>
              </a:rPr>
              <a:t>producao</a:t>
            </a:r>
            <a:r>
              <a:rPr sz="4000" dirty="0">
                <a:solidFill>
                  <a:srgbClr val="FFFFFF"/>
                </a:solidFill>
                <a:latin typeface="Roboto Light"/>
              </a:rPr>
              <a:t> e </a:t>
            </a:r>
            <a:r>
              <a:rPr sz="4000" dirty="0" err="1">
                <a:solidFill>
                  <a:srgbClr val="FFFFFF"/>
                </a:solidFill>
                <a:latin typeface="Roboto Light"/>
              </a:rPr>
              <a:t>totalmente</a:t>
            </a:r>
            <a:r>
              <a:rPr sz="40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4000" dirty="0" err="1">
                <a:solidFill>
                  <a:srgbClr val="FFFFFF"/>
                </a:solidFill>
                <a:latin typeface="Roboto Light"/>
              </a:rPr>
              <a:t>automatico</a:t>
            </a:r>
            <a:endParaRPr sz="4000" dirty="0">
              <a:solidFill>
                <a:srgbClr val="FFFFFF"/>
              </a:solidFill>
              <a:latin typeface="Roboto Light"/>
            </a:endParaRP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4" y="661988"/>
            <a:ext cx="13155414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CI/CD: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REVIS</a:t>
            </a:r>
            <a:r>
              <a:rPr lang="pt-BR" sz="6000" dirty="0" err="1">
                <a:solidFill>
                  <a:srgbClr val="D30F59"/>
                </a:solidFill>
                <a:latin typeface="GothamHTF-Book"/>
              </a:rPr>
              <a:t>Ã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O R</a:t>
            </a:r>
            <a:r>
              <a:rPr lang="pt-BR" sz="6000" dirty="0">
                <a:solidFill>
                  <a:srgbClr val="D30F59"/>
                </a:solidFill>
                <a:latin typeface="GothamHTF-Book"/>
              </a:rPr>
              <a:t>Á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PIDA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819849" y="2111112"/>
            <a:ext cx="16299751" cy="6196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r>
              <a:rPr sz="3600" dirty="0">
                <a:solidFill>
                  <a:srgbClr val="FFFFFF"/>
                </a:solidFill>
                <a:latin typeface="Roboto Light"/>
              </a:rPr>
              <a:t>Em software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tradicional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,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valida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-se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uma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dimensao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: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codigo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endParaRPr lang="pt-BR"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Em ML,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precisamos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validar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tres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dimensoes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:</a:t>
            </a:r>
          </a:p>
          <a:p>
            <a:endParaRPr sz="3600" dirty="0">
              <a:solidFill>
                <a:srgbClr val="FFFFFF"/>
              </a:solidFill>
              <a:latin typeface="Roboto Light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 err="1">
                <a:solidFill>
                  <a:srgbClr val="FFFFFF"/>
                </a:solidFill>
                <a:latin typeface="Roboto Light"/>
              </a:rPr>
              <a:t>Codigo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: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600" dirty="0" err="1">
                <a:solidFill>
                  <a:srgbClr val="FFFFFF"/>
                </a:solidFill>
                <a:latin typeface="Roboto Light"/>
              </a:rPr>
              <a:t>F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eature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engineering, pre-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processamento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, serving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Dados: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N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ovos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dados,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mudancas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de schema, drift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Modelo: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N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ovo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treinamento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,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hiperparametros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, performance</a:t>
            </a: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4" y="661988"/>
            <a:ext cx="13155414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O QUE MUDA EM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CI/CD PARA ML?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">
            <a:extLst>
              <a:ext uri="{FF2B5EF4-FFF2-40B4-BE49-F238E27FC236}">
                <a16:creationId xmlns:a16="http://schemas.microsoft.com/office/drawing/2014/main" id="{468BBA8A-22C8-6A28-E70B-8D0E7588653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flip="none" rotWithShape="1"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: Rounded Corners 42">
            <a:extLst>
              <a:ext uri="{FF2B5EF4-FFF2-40B4-BE49-F238E27FC236}">
                <a16:creationId xmlns:a16="http://schemas.microsoft.com/office/drawing/2014/main" id="{86D421AB-244A-67E6-2FBA-03D2D3729937}"/>
              </a:ext>
            </a:extLst>
          </p:cNvPr>
          <p:cNvSpPr/>
          <p:nvPr/>
        </p:nvSpPr>
        <p:spPr>
          <a:xfrm>
            <a:off x="664369" y="661989"/>
            <a:ext cx="16959262" cy="8963024"/>
          </a:xfrm>
          <a:prstGeom prst="snip1Rect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  <a:alpha val="1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  <a:tileRect/>
          </a:gradFill>
          <a:ln w="28575">
            <a:solidFill>
              <a:srgbClr val="D30F59">
                <a:alpha val="40000"/>
              </a:srgbClr>
            </a:solidFill>
          </a:ln>
          <a:effectLst>
            <a:outerShdw blurRad="1270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7160" tIns="68580" rIns="137160" bIns="685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685800"/>
            <a:endParaRPr lang="en-ID" sz="4050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0917BCB-E11F-E30F-3AA9-CBFBF1D3DE3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CD15634A-E61B-AEDC-AB74-E49BF3C45F7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3FF13037-31DD-FD35-671F-48FCB3486C2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4121F8E4-7462-76B7-6E4B-42DEA0ED4F83}"/>
              </a:ext>
            </a:extLst>
          </p:cNvPr>
          <p:cNvSpPr txBox="1"/>
          <p:nvPr/>
        </p:nvSpPr>
        <p:spPr>
          <a:xfrm>
            <a:off x="1583531" y="3281452"/>
            <a:ext cx="15120938" cy="3724096"/>
          </a:xfrm>
          <a:prstGeom prst="rect">
            <a:avLst/>
          </a:prstGeom>
        </p:spPr>
        <p:txBody>
          <a:bodyPr wrap="square" lIns="0" tIns="0" rIns="0" bIns="0" rtlCol="0" anchor="ctr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5000">
                <a:solidFill>
                  <a:srgbClr val="FFFFFF"/>
                </a:solidFill>
                <a:latin typeface="GothamHTF-Book"/>
              </a:rPr>
              <a:t>64% DAS ORGANIZACOES LEVAM MAIS DE UM MES PARA DEPLOYAR UM MODELO</a:t>
            </a:r>
          </a:p>
          <a:p>
            <a:endParaRPr sz="5000">
              <a:solidFill>
                <a:srgbClr val="FFFFFF"/>
              </a:solidFill>
              <a:latin typeface="GothamHTF-Book"/>
            </a:endParaRPr>
          </a:p>
          <a:p>
            <a:r>
              <a:rPr sz="5000">
                <a:solidFill>
                  <a:srgbClr val="FFFFFF"/>
                </a:solidFill>
                <a:latin typeface="GothamHTF-Book"/>
              </a:rPr>
              <a:t>A falta de testes automatizados e uma das causas principais - a Tesla</a:t>
            </a:r>
          </a:p>
          <a:p>
            <a:r>
              <a:rPr sz="5000">
                <a:solidFill>
                  <a:srgbClr val="FFFFFF"/>
                </a:solidFill>
                <a:latin typeface="GothamHTF-Book"/>
              </a:rPr>
              <a:t>testa cada novo modelo em milhares de cenarios simulados (shadow mode)</a:t>
            </a:r>
          </a:p>
          <a:p>
            <a:r>
              <a:rPr sz="5000">
                <a:solidFill>
                  <a:srgbClr val="FFFFFF"/>
                </a:solidFill>
                <a:latin typeface="GothamHTF-Book"/>
              </a:rPr>
              <a:t>antes do deploy.</a:t>
            </a:r>
          </a:p>
          <a:p>
            <a:endParaRPr sz="5000">
              <a:solidFill>
                <a:srgbClr val="FFFFFF"/>
              </a:solidFill>
              <a:latin typeface="GothamHTF-Book"/>
            </a:endParaRPr>
          </a:p>
          <a:p>
            <a:r>
              <a:rPr sz="5000">
                <a:solidFill>
                  <a:srgbClr val="FFFFFF"/>
                </a:solidFill>
                <a:latin typeface="GothamHTF-Book"/>
              </a:rPr>
              <a:t>Ref: Algorithmia (2021). State of Enterprise Machine Learning.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914657" y="2064544"/>
            <a:ext cx="16272676" cy="53861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r>
              <a:rPr sz="3600" dirty="0">
                <a:solidFill>
                  <a:srgbClr val="FFFFFF"/>
                </a:solidFill>
                <a:latin typeface="Roboto Light"/>
              </a:rPr>
              <a:t>1. Rodar os testes localmente: pytest tests/ -v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2. src/features.py e tests/test_features.py (feature engineering)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3. Copiar ci.yml para .github/workflows/ci-mlops.yml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4. O workflow roda "pytest tests/" a cada push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5. git push e acompanhar o build na aba Actions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6. Quebrar um teste de proposito e ver o build falhar</a:t>
            </a: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3" y="661988"/>
            <a:ext cx="16115043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LAB PRATICO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CI COM GITHUB ACTIONS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1FD36-5D66-780A-9344-14CD25EAB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047012D0-09A5-BD98-413D-F42756A19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flip="none" rotWithShape="1">
            <a:gsLst>
              <a:gs pos="0">
                <a:srgbClr val="0B1527"/>
              </a:gs>
              <a:gs pos="37000">
                <a:srgbClr val="000000"/>
              </a:gs>
              <a:gs pos="100000">
                <a:srgbClr val="000000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otham HTF Book"/>
            </a:endParaRPr>
          </a:p>
        </p:txBody>
      </p:sp>
      <p:sp>
        <p:nvSpPr>
          <p:cNvPr id="2" name="Freeform: Shape 34">
            <a:extLst>
              <a:ext uri="{FF2B5EF4-FFF2-40B4-BE49-F238E27FC236}">
                <a16:creationId xmlns:a16="http://schemas.microsoft.com/office/drawing/2014/main" id="{755C72CB-F0DB-45ED-19FB-3B7D243A1E2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29544" y="-388564"/>
            <a:ext cx="11228913" cy="11064128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78000">
                <a:srgbClr val="9A0D3B">
                  <a:alpha val="0"/>
                </a:srgbClr>
              </a:gs>
              <a:gs pos="18000">
                <a:srgbClr val="9A0D3B">
                  <a:alpha val="52000"/>
                </a:srgb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13" name="Rectangle 38">
            <a:extLst>
              <a:ext uri="{FF2B5EF4-FFF2-40B4-BE49-F238E27FC236}">
                <a16:creationId xmlns:a16="http://schemas.microsoft.com/office/drawing/2014/main" id="{DE27E93C-0441-0A0A-793F-6CD4230DC68D}"/>
              </a:ext>
            </a:extLst>
          </p:cNvPr>
          <p:cNvSpPr/>
          <p:nvPr/>
        </p:nvSpPr>
        <p:spPr>
          <a:xfrm>
            <a:off x="446485" y="1096375"/>
            <a:ext cx="121445" cy="121445"/>
          </a:xfrm>
          <a:prstGeom prst="rect">
            <a:avLst/>
          </a:prstGeom>
          <a:noFill/>
          <a:ln>
            <a:solidFill>
              <a:srgbClr val="F57E20">
                <a:alpha val="4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sz="4050"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E78193CC-8976-7E39-D417-0339570F4F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10224" y="4424744"/>
            <a:ext cx="8867553" cy="1437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88940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FA528-F59A-F38E-5360-741C336D5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Espaço Reservado para Imagem 3">
            <a:extLst>
              <a:ext uri="{FF2B5EF4-FFF2-40B4-BE49-F238E27FC236}">
                <a16:creationId xmlns:a16="http://schemas.microsoft.com/office/drawing/2014/main" id="{7B927D76-90EB-261D-72E0-A50B09062E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"/>
          <a:stretch>
            <a:fillRect/>
          </a:stretch>
        </p:blipFill>
        <p:spPr>
          <a:xfrm>
            <a:off x="20" y="1923"/>
            <a:ext cx="18287980" cy="102850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49132617-4D65-CA8A-F837-F0E073983EEC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F20070E1-4110-BE2B-8851-DFB28B7CE5A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BC6669C-2938-D91E-A4E1-37D8402153F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23">
            <a:extLst>
              <a:ext uri="{FF2B5EF4-FFF2-40B4-BE49-F238E27FC236}">
                <a16:creationId xmlns:a16="http://schemas.microsoft.com/office/drawing/2014/main" id="{AE5C68FF-066C-E5C7-1035-106D70C81CCB}"/>
              </a:ext>
            </a:extLst>
          </p:cNvPr>
          <p:cNvSpPr txBox="1"/>
          <p:nvPr/>
        </p:nvSpPr>
        <p:spPr>
          <a:xfrm>
            <a:off x="665163" y="670761"/>
            <a:ext cx="5258097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sz="2400" dirty="0">
                <a:solidFill>
                  <a:schemeClr val="bg1"/>
                </a:solidFill>
                <a:latin typeface="GothamHTF-Book"/>
              </a:rPr>
              <a:t>MLOPS</a:t>
            </a:r>
          </a:p>
        </p:txBody>
      </p:sp>
      <p:sp>
        <p:nvSpPr>
          <p:cNvPr id="3" name="TextBox 22">
            <a:extLst>
              <a:ext uri="{FF2B5EF4-FFF2-40B4-BE49-F238E27FC236}">
                <a16:creationId xmlns:a16="http://schemas.microsoft.com/office/drawing/2014/main" id="{38ADE645-AEBD-5E56-EC38-3E9FEAF40FB0}"/>
              </a:ext>
            </a:extLst>
          </p:cNvPr>
          <p:cNvSpPr txBox="1"/>
          <p:nvPr/>
        </p:nvSpPr>
        <p:spPr>
          <a:xfrm>
            <a:off x="537147" y="4033334"/>
            <a:ext cx="9470733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dirty="0">
                <a:solidFill>
                  <a:schemeClr val="bg1"/>
                </a:solidFill>
                <a:latin typeface="GothamHTF-Book" pitchFamily="2" charset="0"/>
              </a:rPr>
              <a:t>TESTES E O PIPELINE DE CD </a:t>
            </a:r>
            <a:r>
              <a:rPr sz="2800" dirty="0">
                <a:solidFill>
                  <a:schemeClr val="bg1"/>
                </a:solidFill>
                <a:latin typeface="GothamHTF-Book"/>
              </a:rPr>
              <a:t>PARTE 0</a:t>
            </a:r>
            <a:r>
              <a:rPr lang="pt-BR" sz="2800" dirty="0">
                <a:solidFill>
                  <a:schemeClr val="bg1"/>
                </a:solidFill>
                <a:latin typeface="GothamHTF-Book"/>
              </a:rPr>
              <a:t>2</a:t>
            </a:r>
            <a:endParaRPr sz="2800" dirty="0">
              <a:solidFill>
                <a:schemeClr val="bg1"/>
              </a:solidFill>
              <a:latin typeface="GothamHTF-Book"/>
            </a:endParaRPr>
          </a:p>
        </p:txBody>
      </p:sp>
      <p:sp>
        <p:nvSpPr>
          <p:cNvPr id="8" name="TextBox 27">
            <a:extLst>
              <a:ext uri="{FF2B5EF4-FFF2-40B4-BE49-F238E27FC236}">
                <a16:creationId xmlns:a16="http://schemas.microsoft.com/office/drawing/2014/main" id="{794B63FD-18B5-5036-B87D-1CF8FB632838}"/>
              </a:ext>
            </a:extLst>
          </p:cNvPr>
          <p:cNvSpPr txBox="1"/>
          <p:nvPr/>
        </p:nvSpPr>
        <p:spPr>
          <a:xfrm>
            <a:off x="665163" y="9154574"/>
            <a:ext cx="714740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1050">
                <a:solidFill>
                  <a:srgbClr val="595959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sz="1800">
                <a:solidFill>
                  <a:schemeClr val="bg1"/>
                </a:solidFill>
                <a:latin typeface="Roboto Light"/>
              </a:rPr>
              <a:t>Prof. Rafael Tavares</a:t>
            </a:r>
            <a:endParaRPr lang="id-ID" sz="1800" dirty="0">
              <a:solidFill>
                <a:schemeClr val="bg1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38454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581F3C9F-E41C-AD9D-5C0B-9B81EC2D5025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flip="none" rotWithShape="1"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Freeform: Shape 1041">
            <a:extLst>
              <a:ext uri="{FF2B5EF4-FFF2-40B4-BE49-F238E27FC236}">
                <a16:creationId xmlns:a16="http://schemas.microsoft.com/office/drawing/2014/main" id="{3247AE3B-9E25-C0F4-D90D-31B2AB35F76A}"/>
              </a:ext>
            </a:extLst>
          </p:cNvPr>
          <p:cNvSpPr/>
          <p:nvPr/>
        </p:nvSpPr>
        <p:spPr>
          <a:xfrm rot="19791614">
            <a:off x="11390046" y="738237"/>
            <a:ext cx="11574731" cy="11404870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6" name="TextBox 1">
            <a:extLst>
              <a:ext uri="{FF2B5EF4-FFF2-40B4-BE49-F238E27FC236}">
                <a16:creationId xmlns:a16="http://schemas.microsoft.com/office/drawing/2014/main" id="{B38009B7-BA93-1326-DE2C-5504A83D37E8}"/>
              </a:ext>
            </a:extLst>
          </p:cNvPr>
          <p:cNvSpPr txBox="1"/>
          <p:nvPr/>
        </p:nvSpPr>
        <p:spPr>
          <a:xfrm>
            <a:off x="682823" y="1066444"/>
            <a:ext cx="14387844" cy="48013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lang="en-US" sz="6000" dirty="0">
                <a:latin typeface="GothamHTF-Book" pitchFamily="2" charset="0"/>
              </a:rPr>
              <a:t>TESTES E O</a:t>
            </a:r>
            <a:r>
              <a:rPr lang="en-US" sz="6000" dirty="0">
                <a:solidFill>
                  <a:srgbClr val="D30F59"/>
                </a:solidFill>
                <a:latin typeface="GothamHTF-Book" pitchFamily="2" charset="0"/>
              </a:rPr>
              <a:t> PIPELINE DE CD</a:t>
            </a:r>
          </a:p>
          <a:p>
            <a:endParaRPr lang="en-US" sz="6000" dirty="0">
              <a:solidFill>
                <a:srgbClr val="D30F59"/>
              </a:solidFill>
              <a:latin typeface="GothamHTF-Book" pitchFamily="2" charset="0"/>
            </a:endParaRPr>
          </a:p>
          <a:p>
            <a:endParaRPr lang="en-US" sz="6000" dirty="0">
              <a:solidFill>
                <a:srgbClr val="D30F59"/>
              </a:solidFill>
              <a:latin typeface="GothamHTF-Book" pitchFamily="2" charset="0"/>
            </a:endParaRPr>
          </a:p>
          <a:p>
            <a:endParaRPr lang="en-US" sz="6000" dirty="0">
              <a:solidFill>
                <a:srgbClr val="D30F59"/>
              </a:solidFill>
              <a:latin typeface="GothamHTF-Book" pitchFamily="2" charset="0"/>
            </a:endParaRPr>
          </a:p>
          <a:p>
            <a:r>
              <a:rPr lang="id" sz="3600" dirty="0">
                <a:solidFill>
                  <a:schemeClr val="bg1">
                    <a:lumMod val="85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Montserrat"/>
              </a:rPr>
              <a:t>As tres camadas de testes de um pipeline de ML e como levar um modelo validado a producao com seguranca.</a:t>
            </a:r>
            <a:endParaRPr lang="en-US" sz="3600" dirty="0">
              <a:solidFill>
                <a:srgbClr val="D30F59"/>
              </a:solidFill>
              <a:latin typeface="GothamHTF-Book" pitchFamily="2" charset="0"/>
            </a:endParaRPr>
          </a:p>
        </p:txBody>
      </p:sp>
      <p:sp>
        <p:nvSpPr>
          <p:cNvPr id="8" name="Freeform: Shape 40">
            <a:extLst>
              <a:ext uri="{FF2B5EF4-FFF2-40B4-BE49-F238E27FC236}">
                <a16:creationId xmlns:a16="http://schemas.microsoft.com/office/drawing/2014/main" id="{498F4500-071A-74CE-52FD-21AF1A48E94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9" name="Freeform: Shape 41">
            <a:extLst>
              <a:ext uri="{FF2B5EF4-FFF2-40B4-BE49-F238E27FC236}">
                <a16:creationId xmlns:a16="http://schemas.microsoft.com/office/drawing/2014/main" id="{4FA6BE4A-2E32-BE0F-F779-54722F50F81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916881" y="2311400"/>
            <a:ext cx="12585699" cy="6196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Testes de c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ó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digo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, dados 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modelo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Great Expectations para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validacao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de dados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Data Contracts entre equipes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Pipeline de CD: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empacotamento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, staging 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promoc</a:t>
            </a:r>
            <a:r>
              <a:rPr lang="pt-BR" sz="3600" dirty="0" err="1">
                <a:solidFill>
                  <a:srgbClr val="FFFFFF"/>
                </a:solidFill>
                <a:latin typeface="Roboto Light"/>
              </a:rPr>
              <a:t>ã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o</a:t>
            </a:r>
          </a:p>
          <a:p>
            <a:endParaRPr lang="pt-BR" sz="3600" dirty="0">
              <a:solidFill>
                <a:srgbClr val="FFFFFF"/>
              </a:solidFill>
              <a:latin typeface="Roboto Light"/>
            </a:endParaRPr>
          </a:p>
          <a:p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Ref: Jordan, J. (2020). Testing Machine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Learning Systems.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jeremyjordan.me</a:t>
            </a:r>
            <a:endParaRPr sz="3600" dirty="0">
              <a:solidFill>
                <a:srgbClr val="FFFFFF"/>
              </a:solidFill>
              <a:latin typeface="Roboto Light"/>
            </a:endParaRP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4" y="661988"/>
            <a:ext cx="13155414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AGENDA DESTA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PARTE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632024" y="2293874"/>
            <a:ext cx="16521443" cy="6196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Testes de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Codigo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: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600" dirty="0" err="1">
                <a:solidFill>
                  <a:srgbClr val="FFFFFF"/>
                </a:solidFill>
                <a:latin typeface="Roboto Light"/>
              </a:rPr>
              <a:t>U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nit tests -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testam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func</a:t>
            </a:r>
            <a:r>
              <a:rPr lang="pt-BR" sz="3600" dirty="0" err="1">
                <a:solidFill>
                  <a:srgbClr val="FFFFFF"/>
                </a:solidFill>
                <a:latin typeface="Roboto Light"/>
              </a:rPr>
              <a:t>õ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es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individuais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(feature engineering, parsers)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  integration tests -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testam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pipeline +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modelo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+ API</a:t>
            </a:r>
          </a:p>
          <a:p>
            <a:endParaRPr sz="3600" dirty="0">
              <a:solidFill>
                <a:srgbClr val="FFFFFF"/>
              </a:solidFill>
              <a:latin typeface="Roboto Light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Testes de Dados: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600" dirty="0" err="1">
                <a:solidFill>
                  <a:srgbClr val="FFFFFF"/>
                </a:solidFill>
                <a:latin typeface="Roboto Light"/>
              </a:rPr>
              <a:t>S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chema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validation -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colunas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esperadas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existem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com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tipos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corretos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?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Te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stes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distribuic</a:t>
            </a:r>
            <a:r>
              <a:rPr lang="pt-BR" sz="3600" dirty="0" err="1">
                <a:solidFill>
                  <a:srgbClr val="FFFFFF"/>
                </a:solidFill>
                <a:latin typeface="Roboto Light"/>
              </a:rPr>
              <a:t>ã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o,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completude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integridade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  Great Expectations e a ferramenta de refer</a:t>
            </a:r>
            <a:r>
              <a:rPr lang="pt-BR" sz="3600" dirty="0" err="1">
                <a:solidFill>
                  <a:srgbClr val="FFFFFF"/>
                </a:solidFill>
                <a:latin typeface="Roboto Light"/>
              </a:rPr>
              <a:t>ê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ncia</a:t>
            </a:r>
            <a:endParaRPr sz="3600" dirty="0">
              <a:solidFill>
                <a:srgbClr val="FFFFFF"/>
              </a:solidFill>
              <a:latin typeface="Roboto Light"/>
            </a:endParaRP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4" y="661988"/>
            <a:ext cx="13155414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TESTES DE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CODIGO E DADOS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381002" y="1816259"/>
            <a:ext cx="16924865" cy="6196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Testes de Modelo: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600" dirty="0" err="1">
                <a:solidFill>
                  <a:srgbClr val="FFFFFF"/>
                </a:solidFill>
                <a:latin typeface="Roboto Light"/>
              </a:rPr>
              <a:t>P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erformance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thresholds (ex: F1 &gt; 0.80, AUC &gt; 0.85)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comparacao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com baseline: o novo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modelo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supera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o de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producao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?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  fairness tests: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diferenca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de FPR entre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grupos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&lt; 5%</a:t>
            </a:r>
          </a:p>
          <a:p>
            <a:endParaRPr sz="3600" dirty="0">
              <a:solidFill>
                <a:srgbClr val="FFFFFF"/>
              </a:solidFill>
              <a:latin typeface="Roboto Light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Data Contracts: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E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quipes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definem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contratos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formais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sobre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formato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qualidade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dos dados</a:t>
            </a: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4" y="661988"/>
            <a:ext cx="13155414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TESTES DE MODELO E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DATA CONTRACTS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381002" y="2276940"/>
            <a:ext cx="16416865" cy="6196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r>
              <a:rPr sz="3600" dirty="0" err="1">
                <a:solidFill>
                  <a:srgbClr val="FFFFFF"/>
                </a:solidFill>
                <a:latin typeface="Roboto Light"/>
              </a:rPr>
              <a:t>Etapas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do CD:</a:t>
            </a:r>
          </a:p>
          <a:p>
            <a:pPr marL="742950" indent="-742950">
              <a:buFont typeface="+mj-lt"/>
              <a:buAutoNum type="arabicPeriod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Empacotamento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-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modelo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serializado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com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suas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depend</a:t>
            </a:r>
            <a:r>
              <a:rPr lang="pt-BR" sz="3600" dirty="0" err="1">
                <a:solidFill>
                  <a:srgbClr val="FFFFFF"/>
                </a:solidFill>
                <a:latin typeface="Roboto Light"/>
              </a:rPr>
              <a:t>ê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ncias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pPr marL="742950" indent="-742950">
              <a:buFont typeface="+mj-lt"/>
              <a:buAutoNum type="arabicPeriod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Testes de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Integracao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em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Staging -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validacao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end-to-end</a:t>
            </a:r>
          </a:p>
          <a:p>
            <a:pPr marL="742950" indent="-742950">
              <a:buFont typeface="+mj-lt"/>
              <a:buAutoNum type="arabicPeriod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Validacao com Dados Reais -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amostra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de dados de 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Produção</a:t>
            </a:r>
          </a:p>
          <a:p>
            <a:pPr marL="742950" indent="-742950">
              <a:buFont typeface="+mj-lt"/>
              <a:buAutoNum type="arabicPeriod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Promocao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- apos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validac</a:t>
            </a:r>
            <a:r>
              <a:rPr lang="pt-BR" sz="3600" dirty="0" err="1">
                <a:solidFill>
                  <a:srgbClr val="FFFFFF"/>
                </a:solidFill>
                <a:latin typeface="Roboto Light"/>
              </a:rPr>
              <a:t>õ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es,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modelo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vai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para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producao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pPr marL="742950" indent="-742950">
              <a:buFont typeface="+mj-lt"/>
              <a:buAutoNum type="arabicPeriod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Rollback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Automatico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- se m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é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tricas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degradarem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em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produc</a:t>
            </a:r>
            <a:r>
              <a:rPr lang="pt-BR" sz="3600" dirty="0" err="1">
                <a:solidFill>
                  <a:srgbClr val="FFFFFF"/>
                </a:solidFill>
                <a:latin typeface="Roboto Light"/>
              </a:rPr>
              <a:t>ã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o</a:t>
            </a: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4" y="661988"/>
            <a:ext cx="13155414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PIPELINE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DE CD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632024" y="1751436"/>
            <a:ext cx="15979576" cy="583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r>
              <a:rPr sz="3600" dirty="0">
                <a:solidFill>
                  <a:srgbClr val="FFFFFF"/>
                </a:solidFill>
                <a:latin typeface="Roboto Light"/>
              </a:rPr>
              <a:t>1. Adicionar o job "test-data": valida colunas, nulos e faixas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2. Adicionar o job "test-model": treina e checa accuracy &gt; 0.75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3. Encadear os jobs com needs: code -&gt; data -&gt; model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4. Rodar o build e ver o pipeline falhar de proposito (suba o limite)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5. Corrigir o threshold e conferir o build passando</a:t>
            </a:r>
            <a:endParaRPr sz="3600" dirty="0">
              <a:solidFill>
                <a:srgbClr val="FFFFFF"/>
              </a:solidFill>
              <a:latin typeface="Roboto Light"/>
            </a:endParaRP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4" y="661988"/>
            <a:ext cx="13155414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LAB PRATICO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ESTENDENDO O PIPELINE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B0AAAB-D2C0-3A71-7177-1123CFA4F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EF2CF2AE-6FBA-66E6-D03E-44FB5DC2CE2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flip="none" rotWithShape="1">
            <a:gsLst>
              <a:gs pos="0">
                <a:srgbClr val="0B1527"/>
              </a:gs>
              <a:gs pos="37000">
                <a:srgbClr val="000000"/>
              </a:gs>
              <a:gs pos="100000">
                <a:srgbClr val="000000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otham HTF Book"/>
            </a:endParaRPr>
          </a:p>
        </p:txBody>
      </p:sp>
      <p:sp>
        <p:nvSpPr>
          <p:cNvPr id="2" name="Freeform: Shape 34">
            <a:extLst>
              <a:ext uri="{FF2B5EF4-FFF2-40B4-BE49-F238E27FC236}">
                <a16:creationId xmlns:a16="http://schemas.microsoft.com/office/drawing/2014/main" id="{1FD39A23-1A3F-8B18-9651-7D31761B8CB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29544" y="-388564"/>
            <a:ext cx="11228913" cy="11064128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78000">
                <a:srgbClr val="9A0D3B">
                  <a:alpha val="0"/>
                </a:srgbClr>
              </a:gs>
              <a:gs pos="18000">
                <a:srgbClr val="9A0D3B">
                  <a:alpha val="52000"/>
                </a:srgb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13" name="Rectangle 38">
            <a:extLst>
              <a:ext uri="{FF2B5EF4-FFF2-40B4-BE49-F238E27FC236}">
                <a16:creationId xmlns:a16="http://schemas.microsoft.com/office/drawing/2014/main" id="{8C540D4E-3D0B-F44E-8762-24BA7F011485}"/>
              </a:ext>
            </a:extLst>
          </p:cNvPr>
          <p:cNvSpPr/>
          <p:nvPr/>
        </p:nvSpPr>
        <p:spPr>
          <a:xfrm>
            <a:off x="446485" y="1096375"/>
            <a:ext cx="121445" cy="121445"/>
          </a:xfrm>
          <a:prstGeom prst="rect">
            <a:avLst/>
          </a:prstGeom>
          <a:noFill/>
          <a:ln>
            <a:solidFill>
              <a:srgbClr val="F57E20">
                <a:alpha val="4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sz="4050"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FB3E9BF0-DF8E-1A49-B5C8-B4F5E776C9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10224" y="4424744"/>
            <a:ext cx="8867553" cy="1437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92147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723525-1550-35D7-6112-10C630C7C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Espaço Reservado para Imagem 3">
            <a:extLst>
              <a:ext uri="{FF2B5EF4-FFF2-40B4-BE49-F238E27FC236}">
                <a16:creationId xmlns:a16="http://schemas.microsoft.com/office/drawing/2014/main" id="{58794B07-0F98-A65E-6A58-DCB776D803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"/>
          <a:stretch>
            <a:fillRect/>
          </a:stretch>
        </p:blipFill>
        <p:spPr>
          <a:xfrm>
            <a:off x="20" y="1923"/>
            <a:ext cx="18287980" cy="102850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D5A107E9-9B92-67DB-69A5-9910F268B250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67E998AA-4792-D095-92DA-3A6589845EF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080B6E3F-9CE4-B15C-E4D7-B44336B5097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23">
            <a:extLst>
              <a:ext uri="{FF2B5EF4-FFF2-40B4-BE49-F238E27FC236}">
                <a16:creationId xmlns:a16="http://schemas.microsoft.com/office/drawing/2014/main" id="{BE32EF7F-AE5C-0902-87C4-0985FBA26B61}"/>
              </a:ext>
            </a:extLst>
          </p:cNvPr>
          <p:cNvSpPr txBox="1"/>
          <p:nvPr/>
        </p:nvSpPr>
        <p:spPr>
          <a:xfrm>
            <a:off x="665163" y="670761"/>
            <a:ext cx="5258097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sz="2400" dirty="0">
                <a:solidFill>
                  <a:schemeClr val="bg1"/>
                </a:solidFill>
                <a:latin typeface="GothamHTF-Book"/>
              </a:rPr>
              <a:t>MLOPS</a:t>
            </a:r>
          </a:p>
        </p:txBody>
      </p:sp>
      <p:sp>
        <p:nvSpPr>
          <p:cNvPr id="3" name="TextBox 22">
            <a:extLst>
              <a:ext uri="{FF2B5EF4-FFF2-40B4-BE49-F238E27FC236}">
                <a16:creationId xmlns:a16="http://schemas.microsoft.com/office/drawing/2014/main" id="{D953E899-4CA8-69C3-E926-10C05DFEF926}"/>
              </a:ext>
            </a:extLst>
          </p:cNvPr>
          <p:cNvSpPr txBox="1"/>
          <p:nvPr/>
        </p:nvSpPr>
        <p:spPr>
          <a:xfrm>
            <a:off x="537147" y="4033334"/>
            <a:ext cx="13890053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dirty="0">
                <a:solidFill>
                  <a:schemeClr val="bg1"/>
                </a:solidFill>
                <a:latin typeface="GothamHTF-Book" pitchFamily="2" charset="0"/>
              </a:rPr>
              <a:t>DEPLOY SEGURO E AUTOMACAO </a:t>
            </a:r>
          </a:p>
          <a:p>
            <a:r>
              <a:rPr sz="2800" dirty="0">
                <a:solidFill>
                  <a:schemeClr val="bg1"/>
                </a:solidFill>
                <a:latin typeface="GothamHTF-Book"/>
              </a:rPr>
              <a:t>PARTE 0</a:t>
            </a:r>
            <a:r>
              <a:rPr lang="pt-BR" sz="2800" dirty="0">
                <a:solidFill>
                  <a:schemeClr val="bg1"/>
                </a:solidFill>
                <a:latin typeface="GothamHTF-Book"/>
              </a:rPr>
              <a:t>2</a:t>
            </a:r>
            <a:endParaRPr sz="2800" dirty="0">
              <a:solidFill>
                <a:schemeClr val="bg1"/>
              </a:solidFill>
              <a:latin typeface="GothamHTF-Book"/>
            </a:endParaRPr>
          </a:p>
        </p:txBody>
      </p:sp>
      <p:sp>
        <p:nvSpPr>
          <p:cNvPr id="8" name="TextBox 27">
            <a:extLst>
              <a:ext uri="{FF2B5EF4-FFF2-40B4-BE49-F238E27FC236}">
                <a16:creationId xmlns:a16="http://schemas.microsoft.com/office/drawing/2014/main" id="{7A3AEA6E-5375-919A-4B88-5E00FBAE5C28}"/>
              </a:ext>
            </a:extLst>
          </p:cNvPr>
          <p:cNvSpPr txBox="1"/>
          <p:nvPr/>
        </p:nvSpPr>
        <p:spPr>
          <a:xfrm>
            <a:off x="665163" y="9154574"/>
            <a:ext cx="714740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1050">
                <a:solidFill>
                  <a:srgbClr val="595959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sz="1800">
                <a:solidFill>
                  <a:schemeClr val="bg1"/>
                </a:solidFill>
                <a:latin typeface="Roboto Light"/>
              </a:rPr>
              <a:t>Prof. Rafael Tavares</a:t>
            </a:r>
            <a:endParaRPr lang="id-ID" sz="1800" dirty="0">
              <a:solidFill>
                <a:schemeClr val="bg1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01047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581F3C9F-E41C-AD9D-5C0B-9B81EC2D5025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flip="none" rotWithShape="1"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Freeform: Shape 1041">
            <a:extLst>
              <a:ext uri="{FF2B5EF4-FFF2-40B4-BE49-F238E27FC236}">
                <a16:creationId xmlns:a16="http://schemas.microsoft.com/office/drawing/2014/main" id="{3247AE3B-9E25-C0F4-D90D-31B2AB35F76A}"/>
              </a:ext>
            </a:extLst>
          </p:cNvPr>
          <p:cNvSpPr/>
          <p:nvPr/>
        </p:nvSpPr>
        <p:spPr>
          <a:xfrm rot="19791614">
            <a:off x="11390046" y="738237"/>
            <a:ext cx="11574731" cy="11404870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6" name="TextBox 1">
            <a:extLst>
              <a:ext uri="{FF2B5EF4-FFF2-40B4-BE49-F238E27FC236}">
                <a16:creationId xmlns:a16="http://schemas.microsoft.com/office/drawing/2014/main" id="{B38009B7-BA93-1326-DE2C-5504A83D37E8}"/>
              </a:ext>
            </a:extLst>
          </p:cNvPr>
          <p:cNvSpPr txBox="1"/>
          <p:nvPr/>
        </p:nvSpPr>
        <p:spPr>
          <a:xfrm>
            <a:off x="586527" y="1127999"/>
            <a:ext cx="11864777" cy="46782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lang="en-US" sz="6000" dirty="0">
                <a:latin typeface="GothamHTF-Book" pitchFamily="2" charset="0"/>
              </a:rPr>
              <a:t>DEPLOY SEGURO</a:t>
            </a:r>
            <a:r>
              <a:rPr lang="en-US" sz="6000" dirty="0">
                <a:solidFill>
                  <a:srgbClr val="D30F59"/>
                </a:solidFill>
                <a:latin typeface="GothamHTF-Book" pitchFamily="2" charset="0"/>
              </a:rPr>
              <a:t> E AUTOMACAO</a:t>
            </a:r>
          </a:p>
          <a:p>
            <a:endParaRPr lang="en-US" sz="6000" dirty="0">
              <a:solidFill>
                <a:srgbClr val="D30F59"/>
              </a:solidFill>
              <a:latin typeface="GothamHTF-Book" pitchFamily="2" charset="0"/>
            </a:endParaRPr>
          </a:p>
          <a:p>
            <a:endParaRPr lang="en-US" sz="6000" dirty="0">
              <a:solidFill>
                <a:srgbClr val="D30F59"/>
              </a:solidFill>
              <a:latin typeface="GothamHTF-Book" pitchFamily="2" charset="0"/>
            </a:endParaRPr>
          </a:p>
          <a:p>
            <a:endParaRPr lang="en-US" sz="6000" dirty="0">
              <a:solidFill>
                <a:srgbClr val="D30F59"/>
              </a:solidFill>
              <a:latin typeface="GothamHTF-Book" pitchFamily="2" charset="0"/>
            </a:endParaRPr>
          </a:p>
          <a:p>
            <a:r>
              <a:rPr lang="id" sz="3200" dirty="0">
                <a:solidFill>
                  <a:schemeClr val="bg1">
                    <a:lumMod val="85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Montserrat"/>
              </a:rPr>
              <a:t>Estrategias de deploy seguro, GitHub Actions, DVC Pipelines e os triggers de retreinamento.</a:t>
            </a:r>
            <a:endParaRPr lang="en-US" sz="3200" dirty="0">
              <a:solidFill>
                <a:srgbClr val="D30F59"/>
              </a:solidFill>
              <a:latin typeface="GothamHTF-Book" pitchFamily="2" charset="0"/>
            </a:endParaRPr>
          </a:p>
        </p:txBody>
      </p:sp>
      <p:sp>
        <p:nvSpPr>
          <p:cNvPr id="8" name="Freeform: Shape 40">
            <a:extLst>
              <a:ext uri="{FF2B5EF4-FFF2-40B4-BE49-F238E27FC236}">
                <a16:creationId xmlns:a16="http://schemas.microsoft.com/office/drawing/2014/main" id="{498F4500-071A-74CE-52FD-21AF1A48E94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9" name="Freeform: Shape 41">
            <a:extLst>
              <a:ext uri="{FF2B5EF4-FFF2-40B4-BE49-F238E27FC236}">
                <a16:creationId xmlns:a16="http://schemas.microsoft.com/office/drawing/2014/main" id="{4FA6BE4A-2E32-BE0F-F779-54722F50F81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381002" y="2262917"/>
            <a:ext cx="16230598" cy="6196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pPr marL="742950" indent="-742950">
              <a:buFont typeface="+mj-lt"/>
              <a:buAutoNum type="arabicPeriod"/>
            </a:pPr>
            <a:r>
              <a:rPr sz="4000" dirty="0" err="1">
                <a:solidFill>
                  <a:srgbClr val="FFFFFF"/>
                </a:solidFill>
                <a:latin typeface="Roboto Light"/>
              </a:rPr>
              <a:t>Estr</a:t>
            </a:r>
            <a:r>
              <a:rPr lang="pt-BR" sz="4000" dirty="0">
                <a:solidFill>
                  <a:srgbClr val="FFFFFF"/>
                </a:solidFill>
                <a:latin typeface="Roboto Light"/>
              </a:rPr>
              <a:t>á</a:t>
            </a:r>
            <a:r>
              <a:rPr sz="4000" dirty="0" err="1">
                <a:solidFill>
                  <a:srgbClr val="FFFFFF"/>
                </a:solidFill>
                <a:latin typeface="Roboto Light"/>
              </a:rPr>
              <a:t>tegias</a:t>
            </a:r>
            <a:r>
              <a:rPr sz="4000" dirty="0">
                <a:solidFill>
                  <a:srgbClr val="FFFFFF"/>
                </a:solidFill>
                <a:latin typeface="Roboto Light"/>
              </a:rPr>
              <a:t> de deploy </a:t>
            </a:r>
            <a:r>
              <a:rPr sz="4000" dirty="0" err="1">
                <a:solidFill>
                  <a:srgbClr val="FFFFFF"/>
                </a:solidFill>
                <a:latin typeface="Roboto Light"/>
              </a:rPr>
              <a:t>seguro</a:t>
            </a:r>
            <a:r>
              <a:rPr sz="4000" dirty="0">
                <a:solidFill>
                  <a:srgbClr val="FFFFFF"/>
                </a:solidFill>
                <a:latin typeface="Roboto Light"/>
              </a:rPr>
              <a:t>: blue-green, canary e shadow mode</a:t>
            </a:r>
            <a:endParaRPr lang="pt-BR" sz="4000" dirty="0">
              <a:solidFill>
                <a:srgbClr val="FFFFFF"/>
              </a:solidFill>
              <a:latin typeface="Roboto Light"/>
            </a:endParaRPr>
          </a:p>
          <a:p>
            <a:pPr marL="742950" indent="-742950">
              <a:buFont typeface="+mj-lt"/>
              <a:buAutoNum type="arabicPeriod"/>
            </a:pPr>
            <a:endParaRPr sz="4000" dirty="0">
              <a:solidFill>
                <a:srgbClr val="FFFFFF"/>
              </a:solidFill>
              <a:latin typeface="Roboto Light"/>
            </a:endParaRPr>
          </a:p>
          <a:p>
            <a:pPr marL="742950" indent="-742950">
              <a:buFont typeface="+mj-lt"/>
              <a:buAutoNum type="arabicPeriod"/>
            </a:pPr>
            <a:r>
              <a:rPr sz="4000" dirty="0" err="1">
                <a:solidFill>
                  <a:srgbClr val="FFFFFF"/>
                </a:solidFill>
                <a:latin typeface="Roboto Light"/>
              </a:rPr>
              <a:t>Automacao</a:t>
            </a:r>
            <a:r>
              <a:rPr sz="4000" dirty="0">
                <a:solidFill>
                  <a:srgbClr val="FFFFFF"/>
                </a:solidFill>
                <a:latin typeface="Roboto Light"/>
              </a:rPr>
              <a:t> de pipelines com GitHub Actions</a:t>
            </a:r>
            <a:endParaRPr lang="pt-BR" sz="4000" dirty="0">
              <a:solidFill>
                <a:srgbClr val="FFFFFF"/>
              </a:solidFill>
              <a:latin typeface="Roboto Light"/>
            </a:endParaRPr>
          </a:p>
          <a:p>
            <a:pPr marL="742950" indent="-742950">
              <a:buFont typeface="+mj-lt"/>
              <a:buAutoNum type="arabicPeriod"/>
            </a:pPr>
            <a:endParaRPr sz="4000" dirty="0">
              <a:solidFill>
                <a:srgbClr val="FFFFFF"/>
              </a:solidFill>
              <a:latin typeface="Roboto Light"/>
            </a:endParaRPr>
          </a:p>
          <a:p>
            <a:pPr marL="742950" indent="-742950">
              <a:buFont typeface="+mj-lt"/>
              <a:buAutoNum type="arabicPeriod"/>
            </a:pPr>
            <a:r>
              <a:rPr sz="4000" dirty="0">
                <a:solidFill>
                  <a:srgbClr val="FFFFFF"/>
                </a:solidFill>
                <a:latin typeface="Roboto Light"/>
              </a:rPr>
              <a:t>DVC Pipelines: DAGs </a:t>
            </a:r>
            <a:r>
              <a:rPr sz="4000" dirty="0" err="1">
                <a:solidFill>
                  <a:srgbClr val="FFFFFF"/>
                </a:solidFill>
                <a:latin typeface="Roboto Light"/>
              </a:rPr>
              <a:t>reproduz</a:t>
            </a:r>
            <a:r>
              <a:rPr lang="pt-BR" sz="4000" dirty="0" err="1">
                <a:solidFill>
                  <a:srgbClr val="FFFFFF"/>
                </a:solidFill>
                <a:latin typeface="Roboto Light"/>
              </a:rPr>
              <a:t>í</a:t>
            </a:r>
            <a:r>
              <a:rPr sz="4000" dirty="0" err="1">
                <a:solidFill>
                  <a:srgbClr val="FFFFFF"/>
                </a:solidFill>
                <a:latin typeface="Roboto Light"/>
              </a:rPr>
              <a:t>veis</a:t>
            </a:r>
            <a:endParaRPr lang="pt-BR" sz="4000" dirty="0">
              <a:solidFill>
                <a:srgbClr val="FFFFFF"/>
              </a:solidFill>
              <a:latin typeface="Roboto Light"/>
            </a:endParaRPr>
          </a:p>
          <a:p>
            <a:pPr marL="742950" indent="-742950">
              <a:buFont typeface="+mj-lt"/>
              <a:buAutoNum type="arabicPeriod"/>
            </a:pPr>
            <a:endParaRPr sz="4000" dirty="0">
              <a:solidFill>
                <a:srgbClr val="FFFFFF"/>
              </a:solidFill>
              <a:latin typeface="Roboto Light"/>
            </a:endParaRPr>
          </a:p>
          <a:p>
            <a:pPr marL="742950" indent="-742950">
              <a:buFont typeface="+mj-lt"/>
              <a:buAutoNum type="arabicPeriod"/>
            </a:pPr>
            <a:r>
              <a:rPr sz="4000" dirty="0">
                <a:solidFill>
                  <a:srgbClr val="FFFFFF"/>
                </a:solidFill>
                <a:latin typeface="Roboto Light"/>
              </a:rPr>
              <a:t>Triggers de </a:t>
            </a:r>
            <a:r>
              <a:rPr sz="4000" dirty="0" err="1">
                <a:solidFill>
                  <a:srgbClr val="FFFFFF"/>
                </a:solidFill>
                <a:latin typeface="Roboto Light"/>
              </a:rPr>
              <a:t>retreinamento</a:t>
            </a:r>
            <a:r>
              <a:rPr sz="4000" dirty="0">
                <a:solidFill>
                  <a:srgbClr val="FFFFFF"/>
                </a:solidFill>
                <a:latin typeface="Roboto Light"/>
              </a:rPr>
              <a:t> e cases de mercado</a:t>
            </a:r>
          </a:p>
          <a:p>
            <a:endParaRPr sz="4000" dirty="0">
              <a:solidFill>
                <a:srgbClr val="FFFFFF"/>
              </a:solidFill>
              <a:latin typeface="Roboto Light"/>
            </a:endParaRPr>
          </a:p>
          <a:p>
            <a:r>
              <a:rPr sz="4000" dirty="0">
                <a:solidFill>
                  <a:srgbClr val="FFFFFF"/>
                </a:solidFill>
                <a:latin typeface="Roboto Light"/>
              </a:rPr>
              <a:t>Ref: Sato, D. et al. (2019). Continuous</a:t>
            </a:r>
          </a:p>
          <a:p>
            <a:r>
              <a:rPr sz="4000" dirty="0">
                <a:solidFill>
                  <a:srgbClr val="FFFFFF"/>
                </a:solidFill>
                <a:latin typeface="Roboto Light"/>
              </a:rPr>
              <a:t>Delivery for ML. </a:t>
            </a:r>
            <a:r>
              <a:rPr sz="4000" dirty="0" err="1">
                <a:solidFill>
                  <a:srgbClr val="FFFFFF"/>
                </a:solidFill>
                <a:latin typeface="Roboto Light"/>
              </a:rPr>
              <a:t>ThoughtWorks</a:t>
            </a:r>
            <a:r>
              <a:rPr sz="4000" dirty="0">
                <a:solidFill>
                  <a:srgbClr val="FFFFFF"/>
                </a:solidFill>
                <a:latin typeface="Roboto Light"/>
              </a:rPr>
              <a:t>.</a:t>
            </a: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4" y="661988"/>
            <a:ext cx="13155414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AGENDA DESTA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PARTE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632024" y="2247307"/>
            <a:ext cx="15353043" cy="7119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sz="3200" dirty="0">
                <a:solidFill>
                  <a:srgbClr val="FFFFFF"/>
                </a:solidFill>
                <a:latin typeface="Roboto Light"/>
              </a:rPr>
              <a:t>Blue-Green:</a:t>
            </a:r>
          </a:p>
          <a:p>
            <a:r>
              <a:rPr sz="32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200" dirty="0">
                <a:solidFill>
                  <a:srgbClr val="FFFFFF"/>
                </a:solidFill>
                <a:latin typeface="Roboto Light"/>
              </a:rPr>
              <a:t>D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ois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ambientes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identicos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;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trafego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redirecionado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de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uma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vez</a:t>
            </a:r>
            <a:endParaRPr sz="3200" dirty="0">
              <a:solidFill>
                <a:srgbClr val="FFFFFF"/>
              </a:solidFill>
              <a:latin typeface="Roboto Light"/>
            </a:endParaRPr>
          </a:p>
          <a:p>
            <a:r>
              <a:rPr sz="3200" dirty="0">
                <a:solidFill>
                  <a:srgbClr val="FFFFFF"/>
                </a:solidFill>
                <a:latin typeface="Roboto Light"/>
              </a:rPr>
              <a:t>  rollback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instantaneo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,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porem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infraestrutura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duplicada</a:t>
            </a:r>
            <a:endParaRPr sz="3200" dirty="0">
              <a:solidFill>
                <a:srgbClr val="FFFFFF"/>
              </a:solidFill>
              <a:latin typeface="Roboto Light"/>
            </a:endParaRPr>
          </a:p>
          <a:p>
            <a:endParaRPr sz="3200" dirty="0">
              <a:solidFill>
                <a:srgbClr val="FFFFFF"/>
              </a:solidFill>
              <a:latin typeface="Roboto Light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sz="3200" dirty="0">
                <a:solidFill>
                  <a:srgbClr val="FFFFFF"/>
                </a:solidFill>
                <a:latin typeface="Roboto Light"/>
              </a:rPr>
              <a:t>Canary Release:</a:t>
            </a:r>
          </a:p>
          <a:p>
            <a:r>
              <a:rPr sz="32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200" dirty="0">
                <a:solidFill>
                  <a:srgbClr val="FFFFFF"/>
                </a:solidFill>
                <a:latin typeface="Roboto Light"/>
              </a:rPr>
              <a:t>N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ova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versao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recebe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%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pequeno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do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trafego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(5% - 10% - 50% - 100%)</a:t>
            </a:r>
          </a:p>
          <a:p>
            <a:r>
              <a:rPr sz="32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exposicao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gradual,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risco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controlado</a:t>
            </a:r>
            <a:endParaRPr sz="3200" dirty="0">
              <a:solidFill>
                <a:srgbClr val="FFFFFF"/>
              </a:solidFill>
              <a:latin typeface="Roboto Light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sz="3200" dirty="0">
              <a:solidFill>
                <a:srgbClr val="FFFFFF"/>
              </a:solidFill>
              <a:latin typeface="Roboto Light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sz="3200" dirty="0">
                <a:solidFill>
                  <a:srgbClr val="FFFFFF"/>
                </a:solidFill>
                <a:latin typeface="Roboto Light"/>
              </a:rPr>
              <a:t>Shadow Mode:</a:t>
            </a:r>
          </a:p>
          <a:p>
            <a:r>
              <a:rPr sz="32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200" dirty="0">
                <a:solidFill>
                  <a:srgbClr val="FFFFFF"/>
                </a:solidFill>
                <a:latin typeface="Roboto Light"/>
              </a:rPr>
              <a:t>N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ovo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modelo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processa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100% do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trafego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,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predicoes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nao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sao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usadas</a:t>
            </a:r>
            <a:endParaRPr sz="3200" dirty="0">
              <a:solidFill>
                <a:srgbClr val="FFFFFF"/>
              </a:solidFill>
              <a:latin typeface="Roboto Light"/>
            </a:endParaRPr>
          </a:p>
          <a:p>
            <a:r>
              <a:rPr sz="3200" dirty="0">
                <a:solidFill>
                  <a:srgbClr val="FFFFFF"/>
                </a:solidFill>
                <a:latin typeface="Roboto Light"/>
              </a:rPr>
              <a:t>  zero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risco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, mas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custo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computacional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dobrado</a:t>
            </a:r>
            <a:endParaRPr sz="3200" dirty="0">
              <a:solidFill>
                <a:srgbClr val="FFFFFF"/>
              </a:solidFill>
              <a:latin typeface="Roboto Light"/>
            </a:endParaRP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4" y="661988"/>
            <a:ext cx="13155414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ESTRATEGIAS DE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DEPLOY SEGURO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632023" y="2310807"/>
            <a:ext cx="16470644" cy="6196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GitHub Actions: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600" dirty="0" err="1">
                <a:solidFill>
                  <a:srgbClr val="FFFFFF"/>
                </a:solidFill>
                <a:latin typeface="Roboto Light"/>
              </a:rPr>
              <a:t>P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ipeline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como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codigo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: test-code, test-data, test-model, deploy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J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obs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encadeados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com "needs" -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cada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um so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roda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se o anterior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passar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endParaRPr sz="3600" dirty="0">
              <a:solidFill>
                <a:srgbClr val="FFFFFF"/>
              </a:solidFill>
              <a:latin typeface="Roboto Light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DVC Pipelines: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600" dirty="0" err="1">
                <a:solidFill>
                  <a:srgbClr val="FFFFFF"/>
                </a:solidFill>
                <a:latin typeface="Roboto Light"/>
              </a:rPr>
              <a:t>D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efine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pipelines de ML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como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DAGs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reproduziveis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(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dvc.yaml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)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DVC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repro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executa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so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os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estagios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cujas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dependencias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mudaram</a:t>
            </a:r>
            <a:endParaRPr sz="3600" dirty="0">
              <a:solidFill>
                <a:srgbClr val="FFFFFF"/>
              </a:solidFill>
              <a:latin typeface="Roboto Light"/>
            </a:endParaRP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3" y="661988"/>
            <a:ext cx="15048243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AUTOMACAO COM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GITHUB ACTIONS E DVC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">
            <a:extLst>
              <a:ext uri="{FF2B5EF4-FFF2-40B4-BE49-F238E27FC236}">
                <a16:creationId xmlns:a16="http://schemas.microsoft.com/office/drawing/2014/main" id="{468BBA8A-22C8-6A28-E70B-8D0E7588653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flip="none" rotWithShape="1"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: Rounded Corners 42">
            <a:extLst>
              <a:ext uri="{FF2B5EF4-FFF2-40B4-BE49-F238E27FC236}">
                <a16:creationId xmlns:a16="http://schemas.microsoft.com/office/drawing/2014/main" id="{86D421AB-244A-67E6-2FBA-03D2D3729937}"/>
              </a:ext>
            </a:extLst>
          </p:cNvPr>
          <p:cNvSpPr/>
          <p:nvPr/>
        </p:nvSpPr>
        <p:spPr>
          <a:xfrm>
            <a:off x="664369" y="661989"/>
            <a:ext cx="16959262" cy="8963024"/>
          </a:xfrm>
          <a:prstGeom prst="snip1Rect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  <a:alpha val="1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  <a:tileRect/>
          </a:gradFill>
          <a:ln w="28575">
            <a:solidFill>
              <a:srgbClr val="D30F59">
                <a:alpha val="40000"/>
              </a:srgbClr>
            </a:solidFill>
          </a:ln>
          <a:effectLst>
            <a:outerShdw blurRad="1270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7160" tIns="68580" rIns="137160" bIns="685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685800"/>
            <a:endParaRPr lang="en-ID" sz="4050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0917BCB-E11F-E30F-3AA9-CBFBF1D3DE3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CD15634A-E61B-AEDC-AB74-E49BF3C45F7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3FF13037-31DD-FD35-671F-48FCB3486C2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4121F8E4-7462-76B7-6E4B-42DEA0ED4F83}"/>
              </a:ext>
            </a:extLst>
          </p:cNvPr>
          <p:cNvSpPr txBox="1"/>
          <p:nvPr/>
        </p:nvSpPr>
        <p:spPr>
          <a:xfrm>
            <a:off x="1583531" y="3281452"/>
            <a:ext cx="15120938" cy="3724096"/>
          </a:xfrm>
          <a:prstGeom prst="rect">
            <a:avLst/>
          </a:prstGeom>
        </p:spPr>
        <p:txBody>
          <a:bodyPr wrap="square" lIns="0" tIns="0" rIns="0" bIns="0" rtlCol="0" anchor="ctr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5000">
                <a:solidFill>
                  <a:srgbClr val="FFFFFF"/>
                </a:solidFill>
                <a:latin typeface="GothamHTF-Book"/>
              </a:rPr>
              <a:t>CONTINUOUS TRAINING: MODELOS RETREINADOS AUTOMATICAMENTE SEM INTERVENCAO HUMANA</a:t>
            </a:r>
          </a:p>
          <a:p>
            <a:endParaRPr sz="5000">
              <a:solidFill>
                <a:srgbClr val="FFFFFF"/>
              </a:solidFill>
              <a:latin typeface="GothamHTF-Book"/>
            </a:endParaRPr>
          </a:p>
          <a:p>
            <a:r>
              <a:rPr sz="5000">
                <a:solidFill>
                  <a:srgbClr val="FFFFFF"/>
                </a:solidFill>
                <a:latin typeface="GothamHTF-Book"/>
              </a:rPr>
              <a:t>O Airbnb desenvolveu o "ML Automator", que automatiza desde a deteccao</a:t>
            </a:r>
          </a:p>
          <a:p>
            <a:r>
              <a:rPr sz="5000">
                <a:solidFill>
                  <a:srgbClr val="FFFFFF"/>
                </a:solidFill>
                <a:latin typeface="GothamHTF-Book"/>
              </a:rPr>
              <a:t>de drift ate o retreinamento e deploy com canary releases.</a:t>
            </a:r>
          </a:p>
          <a:p>
            <a:endParaRPr sz="5000">
              <a:solidFill>
                <a:srgbClr val="FFFFFF"/>
              </a:solidFill>
              <a:latin typeface="GothamHTF-Book"/>
            </a:endParaRPr>
          </a:p>
          <a:p>
            <a:r>
              <a:rPr sz="5000">
                <a:solidFill>
                  <a:srgbClr val="FFFFFF"/>
                </a:solidFill>
                <a:latin typeface="GothamHTF-Book"/>
              </a:rPr>
              <a:t>Ref: Fowler, M. (2019). Continuous Delivery for Machine Learning.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632024" y="1735825"/>
            <a:ext cx="14895843" cy="6196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r>
              <a:rPr sz="3600" dirty="0">
                <a:solidFill>
                  <a:srgbClr val="FFFFFF"/>
                </a:solidFill>
                <a:latin typeface="Roboto Light"/>
              </a:rPr>
              <a:t>1. Ter duas versoes no MLflow: @champion e @challenger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2. Subir um roteador FastAPI com as duas variantes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3. Pesos iniciais: 90 para o @champion, 10 para o @challenger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4. uvicorn roteador:app --port 8000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5. Invocar varias vezes e observar a distribuicao de trafego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6. Ajustar os pesos em tempo real: ajustar_pesos.py 50 50</a:t>
            </a:r>
            <a:endParaRPr sz="3600" dirty="0">
              <a:solidFill>
                <a:srgbClr val="FFFFFF"/>
              </a:solidFill>
              <a:latin typeface="Roboto Light"/>
            </a:endParaRP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4" y="661988"/>
            <a:ext cx="15573176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LAB PRATICO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CANARY RELEASE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">
            <a:extLst>
              <a:ext uri="{FF2B5EF4-FFF2-40B4-BE49-F238E27FC236}">
                <a16:creationId xmlns:a16="http://schemas.microsoft.com/office/drawing/2014/main" id="{468BBA8A-22C8-6A28-E70B-8D0E7588653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flip="none" rotWithShape="1"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: Rounded Corners 42">
            <a:extLst>
              <a:ext uri="{FF2B5EF4-FFF2-40B4-BE49-F238E27FC236}">
                <a16:creationId xmlns:a16="http://schemas.microsoft.com/office/drawing/2014/main" id="{86D421AB-244A-67E6-2FBA-03D2D3729937}"/>
              </a:ext>
            </a:extLst>
          </p:cNvPr>
          <p:cNvSpPr/>
          <p:nvPr/>
        </p:nvSpPr>
        <p:spPr>
          <a:xfrm>
            <a:off x="664369" y="661989"/>
            <a:ext cx="16959262" cy="8963024"/>
          </a:xfrm>
          <a:prstGeom prst="snip1Rect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  <a:alpha val="1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  <a:tileRect/>
          </a:gradFill>
          <a:ln w="28575">
            <a:solidFill>
              <a:srgbClr val="D30F59">
                <a:alpha val="40000"/>
              </a:srgbClr>
            </a:solidFill>
          </a:ln>
          <a:effectLst>
            <a:outerShdw blurRad="1270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7160" tIns="68580" rIns="137160" bIns="685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685800"/>
            <a:endParaRPr lang="en-ID" sz="4050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0917BCB-E11F-E30F-3AA9-CBFBF1D3DE3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CD15634A-E61B-AEDC-AB74-E49BF3C45F7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3FF13037-31DD-FD35-671F-48FCB3486C2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4121F8E4-7462-76B7-6E4B-42DEA0ED4F83}"/>
              </a:ext>
            </a:extLst>
          </p:cNvPr>
          <p:cNvSpPr txBox="1"/>
          <p:nvPr/>
        </p:nvSpPr>
        <p:spPr>
          <a:xfrm>
            <a:off x="1583531" y="3281452"/>
            <a:ext cx="15120938" cy="3724096"/>
          </a:xfrm>
          <a:prstGeom prst="rect">
            <a:avLst/>
          </a:prstGeom>
        </p:spPr>
        <p:txBody>
          <a:bodyPr wrap="square" lIns="0" tIns="0" rIns="0" bIns="0" rtlCol="0" anchor="ctr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5000">
                <a:solidFill>
                  <a:srgbClr val="FFFFFF"/>
                </a:solidFill>
                <a:latin typeface="GothamHTF-Book"/>
              </a:rPr>
              <a:t>REFERÊNCIAS</a:t>
            </a:r>
          </a:p>
          <a:p>
            <a:endParaRPr sz="5000">
              <a:solidFill>
                <a:srgbClr val="FFFFFF"/>
              </a:solidFill>
              <a:latin typeface="GothamHTF-Book"/>
            </a:endParaRPr>
          </a:p>
          <a:p>
            <a:r>
              <a:rPr sz="5000">
                <a:solidFill>
                  <a:srgbClr val="FFFFFF"/>
                </a:solidFill>
                <a:latin typeface="GothamHTF-Book"/>
              </a:rPr>
              <a:t>Fowler, M. (2019). Continuous Delivery for Machine Learning.</a:t>
            </a:r>
          </a:p>
          <a:p>
            <a:r>
              <a:rPr sz="5000">
                <a:solidFill>
                  <a:srgbClr val="FFFFFF"/>
                </a:solidFill>
                <a:latin typeface="GothamHTF-Book"/>
              </a:rPr>
              <a:t>Jordan, J. (2020). Testing Machine Learning Systems.</a:t>
            </a:r>
          </a:p>
          <a:p>
            <a:r>
              <a:rPr sz="5000">
                <a:solidFill>
                  <a:srgbClr val="FFFFFF"/>
                </a:solidFill>
                <a:latin typeface="GothamHTF-Book"/>
              </a:rPr>
              <a:t>Algorithmia (2021). 2021 State of Enterprise Machine Learning.</a:t>
            </a:r>
          </a:p>
          <a:p>
            <a:r>
              <a:rPr sz="5000">
                <a:solidFill>
                  <a:srgbClr val="FFFFFF"/>
                </a:solidFill>
                <a:latin typeface="GothamHTF-Book"/>
              </a:rPr>
              <a:t>Sato, D., Wider, A. &amp; Windheuser, C. (2019). CD for ML. ThoughtWorks.</a:t>
            </a:r>
          </a:p>
          <a:p>
            <a:r>
              <a:rPr sz="5000">
                <a:solidFill>
                  <a:srgbClr val="FFFFFF"/>
                </a:solidFill>
                <a:latin typeface="GothamHTF-Book"/>
              </a:rPr>
              <a:t>GitHub Actions Documentation. docs.github.com/en/actions</a:t>
            </a:r>
          </a:p>
          <a:p>
            <a:r>
              <a:rPr sz="5000">
                <a:solidFill>
                  <a:srgbClr val="FFFFFF"/>
                </a:solidFill>
                <a:latin typeface="GothamHTF-Book"/>
              </a:rPr>
              <a:t>DVC Documentation. dvc.org/doc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047012D0-09A5-BD98-413D-F42756A19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flip="none" rotWithShape="1">
            <a:gsLst>
              <a:gs pos="0">
                <a:srgbClr val="0B1527"/>
              </a:gs>
              <a:gs pos="37000">
                <a:srgbClr val="000000"/>
              </a:gs>
              <a:gs pos="100000">
                <a:srgbClr val="000000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otham HTF Book"/>
            </a:endParaRPr>
          </a:p>
        </p:txBody>
      </p:sp>
      <p:sp>
        <p:nvSpPr>
          <p:cNvPr id="2" name="Freeform: Shape 34">
            <a:extLst>
              <a:ext uri="{FF2B5EF4-FFF2-40B4-BE49-F238E27FC236}">
                <a16:creationId xmlns:a16="http://schemas.microsoft.com/office/drawing/2014/main" id="{755C72CB-F0DB-45ED-19FB-3B7D243A1E2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29544" y="-388564"/>
            <a:ext cx="11228913" cy="11064128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78000">
                <a:srgbClr val="9A0D3B">
                  <a:alpha val="0"/>
                </a:srgbClr>
              </a:gs>
              <a:gs pos="18000">
                <a:srgbClr val="9A0D3B">
                  <a:alpha val="52000"/>
                </a:srgb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13" name="Rectangle 38">
            <a:extLst>
              <a:ext uri="{FF2B5EF4-FFF2-40B4-BE49-F238E27FC236}">
                <a16:creationId xmlns:a16="http://schemas.microsoft.com/office/drawing/2014/main" id="{DE27E93C-0441-0A0A-793F-6CD4230DC68D}"/>
              </a:ext>
            </a:extLst>
          </p:cNvPr>
          <p:cNvSpPr/>
          <p:nvPr/>
        </p:nvSpPr>
        <p:spPr>
          <a:xfrm>
            <a:off x="446485" y="1096375"/>
            <a:ext cx="121445" cy="121445"/>
          </a:xfrm>
          <a:prstGeom prst="rect">
            <a:avLst/>
          </a:prstGeom>
          <a:noFill/>
          <a:ln>
            <a:solidFill>
              <a:srgbClr val="F57E20">
                <a:alpha val="4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sz="4050"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E78193CC-8976-7E39-D417-0339570F4F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10224" y="4424744"/>
            <a:ext cx="8867553" cy="143751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9">
      <a:dk1>
        <a:sysClr val="windowText" lastClr="000000"/>
      </a:dk1>
      <a:lt1>
        <a:sysClr val="window" lastClr="FFFFFF"/>
      </a:lt1>
      <a:dk2>
        <a:srgbClr val="404040"/>
      </a:dk2>
      <a:lt2>
        <a:srgbClr val="F8F8F8"/>
      </a:lt2>
      <a:accent1>
        <a:srgbClr val="2770FF"/>
      </a:accent1>
      <a:accent2>
        <a:srgbClr val="202020"/>
      </a:accent2>
      <a:accent3>
        <a:srgbClr val="3E3E3E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Custom 3">
      <a:majorFont>
        <a:latin typeface="Inter"/>
        <a:ea typeface=""/>
        <a:cs typeface=""/>
      </a:majorFont>
      <a:minorFont>
        <a:latin typeface="Open Sans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>
            <a:lumMod val="95000"/>
            <a:lumOff val="5000"/>
          </a:schemeClr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11170</TotalTime>
  <Words>1132</Words>
  <Application>Microsoft Macintosh PowerPoint</Application>
  <PresentationFormat>Personalizar</PresentationFormat>
  <Paragraphs>154</Paragraphs>
  <Slides>24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24</vt:i4>
      </vt:variant>
    </vt:vector>
  </HeadingPairs>
  <TitlesOfParts>
    <vt:vector size="32" baseType="lpstr">
      <vt:lpstr>Arial</vt:lpstr>
      <vt:lpstr>Calibri</vt:lpstr>
      <vt:lpstr>Gotham HTF Book</vt:lpstr>
      <vt:lpstr>GothamHTF-Book</vt:lpstr>
      <vt:lpstr>Inter</vt:lpstr>
      <vt:lpstr>Open Sans</vt:lpstr>
      <vt:lpstr>Roboto Light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design studio moara</dc:creator>
  <cp:lastModifiedBy>Rafael Tavares</cp:lastModifiedBy>
  <cp:revision>181</cp:revision>
  <dcterms:created xsi:type="dcterms:W3CDTF">2025-02-03T02:49:08Z</dcterms:created>
  <dcterms:modified xsi:type="dcterms:W3CDTF">2026-09-14T22:31:58Z</dcterms:modified>
</cp:coreProperties>
</file>