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26"/>
  </p:notesMasterIdLst>
  <p:handoutMasterIdLst>
    <p:handoutMasterId r:id="rId27"/>
  </p:handoutMasterIdLst>
  <p:sldIdLst>
    <p:sldId id="619" r:id="rId2"/>
    <p:sldId id="599" r:id="rId3"/>
    <p:sldId id="600" r:id="rId4"/>
    <p:sldId id="602" r:id="rId5"/>
    <p:sldId id="603" r:id="rId6"/>
    <p:sldId id="604" r:id="rId7"/>
    <p:sldId id="583" r:id="rId8"/>
    <p:sldId id="620" r:id="rId9"/>
    <p:sldId id="606" r:id="rId10"/>
    <p:sldId id="608" r:id="rId11"/>
    <p:sldId id="610" r:id="rId12"/>
    <p:sldId id="611" r:id="rId13"/>
    <p:sldId id="612" r:id="rId14"/>
    <p:sldId id="613" r:id="rId15"/>
    <p:sldId id="622" r:id="rId16"/>
    <p:sldId id="621" r:id="rId17"/>
    <p:sldId id="618" r:id="rId18"/>
    <p:sldId id="609" r:id="rId19"/>
    <p:sldId id="614" r:id="rId20"/>
    <p:sldId id="615" r:id="rId21"/>
    <p:sldId id="617" r:id="rId22"/>
    <p:sldId id="616" r:id="rId23"/>
    <p:sldId id="605" r:id="rId24"/>
    <p:sldId id="607" r:id="rId25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619"/>
            <p14:sldId id="599"/>
            <p14:sldId id="600"/>
            <p14:sldId id="602"/>
            <p14:sldId id="603"/>
            <p14:sldId id="604"/>
            <p14:sldId id="583"/>
            <p14:sldId id="620"/>
            <p14:sldId id="606"/>
            <p14:sldId id="608"/>
            <p14:sldId id="610"/>
            <p14:sldId id="611"/>
            <p14:sldId id="612"/>
            <p14:sldId id="613"/>
            <p14:sldId id="622"/>
            <p14:sldId id="621"/>
            <p14:sldId id="618"/>
            <p14:sldId id="609"/>
            <p14:sldId id="614"/>
            <p14:sldId id="615"/>
            <p14:sldId id="617"/>
            <p14:sldId id="616"/>
            <p14:sldId id="605"/>
            <p14:sldId id="6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43"/>
  </p:normalViewPr>
  <p:slideViewPr>
    <p:cSldViewPr snapToGrid="0">
      <p:cViewPr varScale="1">
        <p:scale>
          <a:sx n="76" d="100"/>
          <a:sy n="76" d="100"/>
        </p:scale>
        <p:origin x="7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Tavares" userId="b5f6855f0475f1c2" providerId="LiveId" clId="{628D8C17-BF8F-5867-8BEA-63D513C56F74}"/>
    <pc:docChg chg="undo custSel addSld delSld modSld modSection">
      <pc:chgData name="Rafael Tavares" userId="b5f6855f0475f1c2" providerId="LiveId" clId="{628D8C17-BF8F-5867-8BEA-63D513C56F74}" dt="2026-09-14T22:31:58.013" v="339" actId="167"/>
      <pc:docMkLst>
        <pc:docMk/>
      </pc:docMkLst>
      <pc:sldChg chg="add del">
        <pc:chgData name="Rafael Tavares" userId="b5f6855f0475f1c2" providerId="LiveId" clId="{628D8C17-BF8F-5867-8BEA-63D513C56F74}" dt="2026-09-14T22:09:15.999" v="77"/>
        <pc:sldMkLst>
          <pc:docMk/>
          <pc:sldMk cId="528894037" sldId="583"/>
        </pc:sldMkLst>
      </pc:sldChg>
      <pc:sldChg chg="del">
        <pc:chgData name="Rafael Tavares" userId="b5f6855f0475f1c2" providerId="LiveId" clId="{628D8C17-BF8F-5867-8BEA-63D513C56F74}" dt="2026-09-14T22:06:58.989" v="8" actId="2696"/>
        <pc:sldMkLst>
          <pc:docMk/>
          <pc:sldMk cId="0" sldId="598"/>
        </pc:sldMkLst>
      </pc:sldChg>
      <pc:sldChg chg="modSp mod">
        <pc:chgData name="Rafael Tavares" userId="b5f6855f0475f1c2" providerId="LiveId" clId="{628D8C17-BF8F-5867-8BEA-63D513C56F74}" dt="2026-09-14T22:07:32.039" v="18" actId="20577"/>
        <pc:sldMkLst>
          <pc:docMk/>
          <pc:sldMk cId="0" sldId="599"/>
        </pc:sldMkLst>
        <pc:spChg chg="mod">
          <ac:chgData name="Rafael Tavares" userId="b5f6855f0475f1c2" providerId="LiveId" clId="{628D8C17-BF8F-5867-8BEA-63D513C56F74}" dt="2026-09-14T22:07:10.409" v="12" actId="20577"/>
          <ac:spMkLst>
            <pc:docMk/>
            <pc:sldMk cId="0" sldId="599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7:32.039" v="18" actId="20577"/>
          <ac:spMkLst>
            <pc:docMk/>
            <pc:sldMk cId="0" sldId="599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8:21.202" v="56" actId="20577"/>
        <pc:sldMkLst>
          <pc:docMk/>
          <pc:sldMk cId="0" sldId="600"/>
        </pc:sldMkLst>
        <pc:spChg chg="mod">
          <ac:chgData name="Rafael Tavares" userId="b5f6855f0475f1c2" providerId="LiveId" clId="{628D8C17-BF8F-5867-8BEA-63D513C56F74}" dt="2026-09-14T22:08:21.202" v="56" actId="20577"/>
          <ac:spMkLst>
            <pc:docMk/>
            <pc:sldMk cId="0" sldId="600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8:10.301" v="41" actId="1076"/>
          <ac:spMkLst>
            <pc:docMk/>
            <pc:sldMk cId="0" sldId="600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8:53.809" v="74" actId="20577"/>
        <pc:sldMkLst>
          <pc:docMk/>
          <pc:sldMk cId="0" sldId="602"/>
        </pc:sldMkLst>
        <pc:spChg chg="mod">
          <ac:chgData name="Rafael Tavares" userId="b5f6855f0475f1c2" providerId="LiveId" clId="{628D8C17-BF8F-5867-8BEA-63D513C56F74}" dt="2026-09-14T22:08:24.721" v="58" actId="20577"/>
          <ac:spMkLst>
            <pc:docMk/>
            <pc:sldMk cId="0" sldId="602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8:53.809" v="74" actId="20577"/>
          <ac:spMkLst>
            <pc:docMk/>
            <pc:sldMk cId="0" sldId="602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09:41.620" v="94" actId="14100"/>
        <pc:sldMkLst>
          <pc:docMk/>
          <pc:sldMk cId="0" sldId="604"/>
        </pc:sldMkLst>
        <pc:spChg chg="mod">
          <ac:chgData name="Rafael Tavares" userId="b5f6855f0475f1c2" providerId="LiveId" clId="{628D8C17-BF8F-5867-8BEA-63D513C56F74}" dt="2026-09-14T22:09:22.767" v="80" actId="14100"/>
          <ac:spMkLst>
            <pc:docMk/>
            <pc:sldMk cId="0" sldId="604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09:41.620" v="94" actId="14100"/>
          <ac:spMkLst>
            <pc:docMk/>
            <pc:sldMk cId="0" sldId="604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10:38.410" v="107" actId="1076"/>
        <pc:sldMkLst>
          <pc:docMk/>
          <pc:sldMk cId="0" sldId="606"/>
        </pc:sldMkLst>
        <pc:spChg chg="mod">
          <ac:chgData name="Rafael Tavares" userId="b5f6855f0475f1c2" providerId="LiveId" clId="{628D8C17-BF8F-5867-8BEA-63D513C56F74}" dt="2026-09-14T22:10:38.410" v="107" actId="1076"/>
          <ac:spMkLst>
            <pc:docMk/>
            <pc:sldMk cId="0" sldId="606"/>
            <ac:spMk id="6" creationId="{B38009B7-BA93-1326-DE2C-5504A83D37E8}"/>
          </ac:spMkLst>
        </pc:spChg>
      </pc:sldChg>
      <pc:sldChg chg="modSp mod">
        <pc:chgData name="Rafael Tavares" userId="b5f6855f0475f1c2" providerId="LiveId" clId="{628D8C17-BF8F-5867-8BEA-63D513C56F74}" dt="2026-09-14T22:11:17.522" v="130" actId="20577"/>
        <pc:sldMkLst>
          <pc:docMk/>
          <pc:sldMk cId="0" sldId="608"/>
        </pc:sldMkLst>
        <pc:spChg chg="mod">
          <ac:chgData name="Rafael Tavares" userId="b5f6855f0475f1c2" providerId="LiveId" clId="{628D8C17-BF8F-5867-8BEA-63D513C56F74}" dt="2026-09-14T22:10:54.122" v="122" actId="20577"/>
          <ac:spMkLst>
            <pc:docMk/>
            <pc:sldMk cId="0" sldId="608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1:17.522" v="130" actId="20577"/>
          <ac:spMkLst>
            <pc:docMk/>
            <pc:sldMk cId="0" sldId="608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16:02.493" v="272" actId="20577"/>
        <pc:sldMkLst>
          <pc:docMk/>
          <pc:sldMk cId="0" sldId="609"/>
        </pc:sldMkLst>
        <pc:spChg chg="mod">
          <ac:chgData name="Rafael Tavares" userId="b5f6855f0475f1c2" providerId="LiveId" clId="{628D8C17-BF8F-5867-8BEA-63D513C56F74}" dt="2026-09-14T22:15:14.177" v="255" actId="20577"/>
          <ac:spMkLst>
            <pc:docMk/>
            <pc:sldMk cId="0" sldId="609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6:02.493" v="272" actId="20577"/>
          <ac:spMkLst>
            <pc:docMk/>
            <pc:sldMk cId="0" sldId="609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12:03.062" v="157" actId="20577"/>
        <pc:sldMkLst>
          <pc:docMk/>
          <pc:sldMk cId="0" sldId="610"/>
        </pc:sldMkLst>
        <pc:spChg chg="mod">
          <ac:chgData name="Rafael Tavares" userId="b5f6855f0475f1c2" providerId="LiveId" clId="{628D8C17-BF8F-5867-8BEA-63D513C56F74}" dt="2026-09-14T22:11:23.845" v="132" actId="20577"/>
          <ac:spMkLst>
            <pc:docMk/>
            <pc:sldMk cId="0" sldId="610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2:03.062" v="157" actId="20577"/>
          <ac:spMkLst>
            <pc:docMk/>
            <pc:sldMk cId="0" sldId="610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12:25.887" v="169" actId="14100"/>
        <pc:sldMkLst>
          <pc:docMk/>
          <pc:sldMk cId="0" sldId="611"/>
        </pc:sldMkLst>
        <pc:spChg chg="mod">
          <ac:chgData name="Rafael Tavares" userId="b5f6855f0475f1c2" providerId="LiveId" clId="{628D8C17-BF8F-5867-8BEA-63D513C56F74}" dt="2026-09-14T22:12:10.364" v="161" actId="20577"/>
          <ac:spMkLst>
            <pc:docMk/>
            <pc:sldMk cId="0" sldId="611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2:25.887" v="169" actId="14100"/>
          <ac:spMkLst>
            <pc:docMk/>
            <pc:sldMk cId="0" sldId="611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13:50.694" v="228" actId="12"/>
        <pc:sldMkLst>
          <pc:docMk/>
          <pc:sldMk cId="0" sldId="612"/>
        </pc:sldMkLst>
        <pc:spChg chg="mod">
          <ac:chgData name="Rafael Tavares" userId="b5f6855f0475f1c2" providerId="LiveId" clId="{628D8C17-BF8F-5867-8BEA-63D513C56F74}" dt="2026-09-14T22:12:33.518" v="171" actId="20577"/>
          <ac:spMkLst>
            <pc:docMk/>
            <pc:sldMk cId="0" sldId="612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3:50.694" v="228" actId="12"/>
          <ac:spMkLst>
            <pc:docMk/>
            <pc:sldMk cId="0" sldId="612"/>
            <ac:spMk id="3" creationId="{4C8F2873-D8A0-9261-5722-9D672D42D3A2}"/>
          </ac:spMkLst>
        </pc:spChg>
      </pc:sldChg>
      <pc:sldChg chg="addSp delSp modSp mod">
        <pc:chgData name="Rafael Tavares" userId="b5f6855f0475f1c2" providerId="LiveId" clId="{628D8C17-BF8F-5867-8BEA-63D513C56F74}" dt="2026-09-14T22:14:23.446" v="240" actId="22"/>
        <pc:sldMkLst>
          <pc:docMk/>
          <pc:sldMk cId="0" sldId="613"/>
        </pc:sldMkLst>
        <pc:spChg chg="mod">
          <ac:chgData name="Rafael Tavares" userId="b5f6855f0475f1c2" providerId="LiveId" clId="{628D8C17-BF8F-5867-8BEA-63D513C56F74}" dt="2026-09-14T22:13:56.928" v="230" actId="20577"/>
          <ac:spMkLst>
            <pc:docMk/>
            <pc:sldMk cId="0" sldId="613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4:13.224" v="238" actId="14100"/>
          <ac:spMkLst>
            <pc:docMk/>
            <pc:sldMk cId="0" sldId="613"/>
            <ac:spMk id="3" creationId="{4C8F2873-D8A0-9261-5722-9D672D42D3A2}"/>
          </ac:spMkLst>
        </pc:spChg>
        <pc:spChg chg="add del">
          <ac:chgData name="Rafael Tavares" userId="b5f6855f0475f1c2" providerId="LiveId" clId="{628D8C17-BF8F-5867-8BEA-63D513C56F74}" dt="2026-09-14T22:14:23.446" v="240" actId="22"/>
          <ac:spMkLst>
            <pc:docMk/>
            <pc:sldMk cId="0" sldId="613"/>
            <ac:spMk id="5" creationId="{B070899B-2E2E-6C12-BC28-B6769698E14D}"/>
          </ac:spMkLst>
        </pc:spChg>
      </pc:sldChg>
      <pc:sldChg chg="modSp mod">
        <pc:chgData name="Rafael Tavares" userId="b5f6855f0475f1c2" providerId="LiveId" clId="{628D8C17-BF8F-5867-8BEA-63D513C56F74}" dt="2026-09-14T22:16:51.957" v="295" actId="14100"/>
        <pc:sldMkLst>
          <pc:docMk/>
          <pc:sldMk cId="0" sldId="614"/>
        </pc:sldMkLst>
        <pc:spChg chg="mod">
          <ac:chgData name="Rafael Tavares" userId="b5f6855f0475f1c2" providerId="LiveId" clId="{628D8C17-BF8F-5867-8BEA-63D513C56F74}" dt="2026-09-14T22:16:33.015" v="284" actId="20577"/>
          <ac:spMkLst>
            <pc:docMk/>
            <pc:sldMk cId="0" sldId="614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6:51.957" v="295" actId="14100"/>
          <ac:spMkLst>
            <pc:docMk/>
            <pc:sldMk cId="0" sldId="614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17:37.895" v="316" actId="12"/>
        <pc:sldMkLst>
          <pc:docMk/>
          <pc:sldMk cId="0" sldId="615"/>
        </pc:sldMkLst>
        <pc:spChg chg="mod">
          <ac:chgData name="Rafael Tavares" userId="b5f6855f0475f1c2" providerId="LiveId" clId="{628D8C17-BF8F-5867-8BEA-63D513C56F74}" dt="2026-09-14T22:17:01.492" v="298" actId="14100"/>
          <ac:spMkLst>
            <pc:docMk/>
            <pc:sldMk cId="0" sldId="615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7:37.895" v="316" actId="12"/>
          <ac:spMkLst>
            <pc:docMk/>
            <pc:sldMk cId="0" sldId="615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18:10.584" v="329" actId="14100"/>
        <pc:sldMkLst>
          <pc:docMk/>
          <pc:sldMk cId="0" sldId="616"/>
        </pc:sldMkLst>
        <pc:spChg chg="mod">
          <ac:chgData name="Rafael Tavares" userId="b5f6855f0475f1c2" providerId="LiveId" clId="{628D8C17-BF8F-5867-8BEA-63D513C56F74}" dt="2026-09-14T22:17:50.270" v="319" actId="14100"/>
          <ac:spMkLst>
            <pc:docMk/>
            <pc:sldMk cId="0" sldId="616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8:10.584" v="329" actId="14100"/>
          <ac:spMkLst>
            <pc:docMk/>
            <pc:sldMk cId="0" sldId="616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15:09.774" v="253" actId="1076"/>
        <pc:sldMkLst>
          <pc:docMk/>
          <pc:sldMk cId="0" sldId="618"/>
        </pc:sldMkLst>
        <pc:spChg chg="mod">
          <ac:chgData name="Rafael Tavares" userId="b5f6855f0475f1c2" providerId="LiveId" clId="{628D8C17-BF8F-5867-8BEA-63D513C56F74}" dt="2026-09-14T22:15:09.774" v="253" actId="1076"/>
          <ac:spMkLst>
            <pc:docMk/>
            <pc:sldMk cId="0" sldId="618"/>
            <ac:spMk id="6" creationId="{B38009B7-BA93-1326-DE2C-5504A83D37E8}"/>
          </ac:spMkLst>
        </pc:spChg>
      </pc:sldChg>
      <pc:sldChg chg="addSp delSp modSp add mod">
        <pc:chgData name="Rafael Tavares" userId="b5f6855f0475f1c2" providerId="LiveId" clId="{628D8C17-BF8F-5867-8BEA-63D513C56F74}" dt="2026-09-14T22:31:36.675" v="333" actId="167"/>
        <pc:sldMkLst>
          <pc:docMk/>
          <pc:sldMk cId="0" sldId="619"/>
        </pc:sldMkLst>
        <pc:spChg chg="add mod">
          <ac:chgData name="Rafael Tavares" userId="b5f6855f0475f1c2" providerId="LiveId" clId="{628D8C17-BF8F-5867-8BEA-63D513C56F74}" dt="2026-09-14T22:06:54.358" v="7" actId="1076"/>
          <ac:spMkLst>
            <pc:docMk/>
            <pc:sldMk cId="0" sldId="619"/>
            <ac:spMk id="2" creationId="{61438316-40B3-C16B-84A1-C216F5B6E1BC}"/>
          </ac:spMkLst>
        </pc:spChg>
        <pc:spChg chg="add mod">
          <ac:chgData name="Rafael Tavares" userId="b5f6855f0475f1c2" providerId="LiveId" clId="{628D8C17-BF8F-5867-8BEA-63D513C56F74}" dt="2026-09-14T22:06:47.139" v="5" actId="207"/>
          <ac:spMkLst>
            <pc:docMk/>
            <pc:sldMk cId="0" sldId="619"/>
            <ac:spMk id="3" creationId="{7AF05C90-9E02-8412-DD73-24E8C4BB1279}"/>
          </ac:spMkLst>
        </pc:spChg>
        <pc:spChg chg="del">
          <ac:chgData name="Rafael Tavares" userId="b5f6855f0475f1c2" providerId="LiveId" clId="{628D8C17-BF8F-5867-8BEA-63D513C56F74}" dt="2026-09-14T22:06:42.834" v="2" actId="478"/>
          <ac:spMkLst>
            <pc:docMk/>
            <pc:sldMk cId="0" sldId="619"/>
            <ac:spMk id="4" creationId="{DD4931ED-0E58-118E-53C9-AB7C629DEBBC}"/>
          </ac:spMkLst>
        </pc:spChg>
        <pc:spChg chg="del">
          <ac:chgData name="Rafael Tavares" userId="b5f6855f0475f1c2" providerId="LiveId" clId="{628D8C17-BF8F-5867-8BEA-63D513C56F74}" dt="2026-09-14T22:06:40.951" v="1" actId="478"/>
          <ac:spMkLst>
            <pc:docMk/>
            <pc:sldMk cId="0" sldId="619"/>
            <ac:spMk id="5" creationId="{7C944C54-F5DD-F9AC-0A8F-6AF18AE70A12}"/>
          </ac:spMkLst>
        </pc:spChg>
        <pc:spChg chg="del">
          <ac:chgData name="Rafael Tavares" userId="b5f6855f0475f1c2" providerId="LiveId" clId="{628D8C17-BF8F-5867-8BEA-63D513C56F74}" dt="2026-09-14T22:06:44.995" v="3" actId="478"/>
          <ac:spMkLst>
            <pc:docMk/>
            <pc:sldMk cId="0" sldId="619"/>
            <ac:spMk id="6" creationId="{1F51E7D1-438D-0F0C-C7F9-F2B5838EC299}"/>
          </ac:spMkLst>
        </pc:spChg>
        <pc:spChg chg="mod">
          <ac:chgData name="Rafael Tavares" userId="b5f6855f0475f1c2" providerId="LiveId" clId="{628D8C17-BF8F-5867-8BEA-63D513C56F74}" dt="2026-09-14T22:31:33.308" v="331" actId="1076"/>
          <ac:spMkLst>
            <pc:docMk/>
            <pc:sldMk cId="0" sldId="619"/>
            <ac:spMk id="7" creationId="{F2E99D1F-DC37-4930-DF04-982637EB97EF}"/>
          </ac:spMkLst>
        </pc:spChg>
        <pc:spChg chg="add mod">
          <ac:chgData name="Rafael Tavares" userId="b5f6855f0475f1c2" providerId="LiveId" clId="{628D8C17-BF8F-5867-8BEA-63D513C56F74}" dt="2026-09-14T22:06:47.139" v="5" actId="207"/>
          <ac:spMkLst>
            <pc:docMk/>
            <pc:sldMk cId="0" sldId="619"/>
            <ac:spMk id="8" creationId="{0C25BEE5-30A1-996F-2BE8-1984A465821C}"/>
          </ac:spMkLst>
        </pc:spChg>
        <pc:spChg chg="del">
          <ac:chgData name="Rafael Tavares" userId="b5f6855f0475f1c2" providerId="LiveId" clId="{628D8C17-BF8F-5867-8BEA-63D513C56F74}" dt="2026-09-14T22:31:32.331" v="330" actId="478"/>
          <ac:spMkLst>
            <pc:docMk/>
            <pc:sldMk cId="0" sldId="619"/>
            <ac:spMk id="10" creationId="{CAE228C2-09A6-6FDF-071F-2EEC7712B63D}"/>
          </ac:spMkLst>
        </pc:spChg>
        <pc:picChg chg="add mod">
          <ac:chgData name="Rafael Tavares" userId="b5f6855f0475f1c2" providerId="LiveId" clId="{628D8C17-BF8F-5867-8BEA-63D513C56F74}" dt="2026-09-14T22:31:36.675" v="333" actId="167"/>
          <ac:picMkLst>
            <pc:docMk/>
            <pc:sldMk cId="0" sldId="619"/>
            <ac:picMk id="4" creationId="{93E88E19-27A5-54DB-2B55-E1B0EC833F62}"/>
          </ac:picMkLst>
        </pc:picChg>
      </pc:sldChg>
      <pc:sldChg chg="addSp delSp modSp add mod">
        <pc:chgData name="Rafael Tavares" userId="b5f6855f0475f1c2" providerId="LiveId" clId="{628D8C17-BF8F-5867-8BEA-63D513C56F74}" dt="2026-09-14T22:31:45.432" v="336" actId="167"/>
        <pc:sldMkLst>
          <pc:docMk/>
          <pc:sldMk cId="4183845405" sldId="620"/>
        </pc:sldMkLst>
        <pc:spChg chg="mod">
          <ac:chgData name="Rafael Tavares" userId="b5f6855f0475f1c2" providerId="LiveId" clId="{628D8C17-BF8F-5867-8BEA-63D513C56F74}" dt="2026-09-14T22:10:19.094" v="99" actId="207"/>
          <ac:spMkLst>
            <pc:docMk/>
            <pc:sldMk cId="4183845405" sldId="620"/>
            <ac:spMk id="3" creationId="{38ADE645-AEBD-5E56-EC38-3E9FEAF40FB0}"/>
          </ac:spMkLst>
        </pc:spChg>
        <pc:spChg chg="del">
          <ac:chgData name="Rafael Tavares" userId="b5f6855f0475f1c2" providerId="LiveId" clId="{628D8C17-BF8F-5867-8BEA-63D513C56F74}" dt="2026-09-14T22:31:40.959" v="334" actId="478"/>
          <ac:spMkLst>
            <pc:docMk/>
            <pc:sldMk cId="4183845405" sldId="620"/>
            <ac:spMk id="10" creationId="{53C3E51D-E104-82EA-6F28-74E32B1E5F6A}"/>
          </ac:spMkLst>
        </pc:spChg>
        <pc:picChg chg="add mod">
          <ac:chgData name="Rafael Tavares" userId="b5f6855f0475f1c2" providerId="LiveId" clId="{628D8C17-BF8F-5867-8BEA-63D513C56F74}" dt="2026-09-14T22:31:45.432" v="336" actId="167"/>
          <ac:picMkLst>
            <pc:docMk/>
            <pc:sldMk cId="4183845405" sldId="620"/>
            <ac:picMk id="4" creationId="{7B927D76-90EB-261D-72E0-A50B09062E44}"/>
          </ac:picMkLst>
        </pc:picChg>
      </pc:sldChg>
      <pc:sldChg chg="addSp delSp modSp add mod">
        <pc:chgData name="Rafael Tavares" userId="b5f6855f0475f1c2" providerId="LiveId" clId="{628D8C17-BF8F-5867-8BEA-63D513C56F74}" dt="2026-09-14T22:31:58.013" v="339" actId="167"/>
        <pc:sldMkLst>
          <pc:docMk/>
          <pc:sldMk cId="2000104781" sldId="621"/>
        </pc:sldMkLst>
        <pc:spChg chg="mod">
          <ac:chgData name="Rafael Tavares" userId="b5f6855f0475f1c2" providerId="LiveId" clId="{628D8C17-BF8F-5867-8BEA-63D513C56F74}" dt="2026-09-14T22:14:56.472" v="246" actId="207"/>
          <ac:spMkLst>
            <pc:docMk/>
            <pc:sldMk cId="2000104781" sldId="621"/>
            <ac:spMk id="3" creationId="{D953E899-4CA8-69C3-E926-10C05DFEF926}"/>
          </ac:spMkLst>
        </pc:spChg>
        <pc:spChg chg="del">
          <ac:chgData name="Rafael Tavares" userId="b5f6855f0475f1c2" providerId="LiveId" clId="{628D8C17-BF8F-5867-8BEA-63D513C56F74}" dt="2026-09-14T22:31:54.314" v="337" actId="478"/>
          <ac:spMkLst>
            <pc:docMk/>
            <pc:sldMk cId="2000104781" sldId="621"/>
            <ac:spMk id="10" creationId="{DA6BF429-9ECB-FCFE-5BB9-28AB288AE52A}"/>
          </ac:spMkLst>
        </pc:spChg>
        <pc:picChg chg="add mod">
          <ac:chgData name="Rafael Tavares" userId="b5f6855f0475f1c2" providerId="LiveId" clId="{628D8C17-BF8F-5867-8BEA-63D513C56F74}" dt="2026-09-14T22:31:58.013" v="339" actId="167"/>
          <ac:picMkLst>
            <pc:docMk/>
            <pc:sldMk cId="2000104781" sldId="621"/>
            <ac:picMk id="4" creationId="{58794B07-0F98-A65E-6A58-DCB776D8039A}"/>
          </ac:picMkLst>
        </pc:picChg>
      </pc:sldChg>
      <pc:sldChg chg="add">
        <pc:chgData name="Rafael Tavares" userId="b5f6855f0475f1c2" providerId="LiveId" clId="{628D8C17-BF8F-5867-8BEA-63D513C56F74}" dt="2026-09-14T22:14:41.116" v="242"/>
        <pc:sldMkLst>
          <pc:docMk/>
          <pc:sldMk cId="3109214775" sldId="6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>
            <a:extLst>
              <a:ext uri="{FF2B5EF4-FFF2-40B4-BE49-F238E27FC236}">
                <a16:creationId xmlns:a16="http://schemas.microsoft.com/office/drawing/2014/main" id="{93E88E19-27A5-54DB-2B55-E1B0EC833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664284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23">
            <a:extLst>
              <a:ext uri="{FF2B5EF4-FFF2-40B4-BE49-F238E27FC236}">
                <a16:creationId xmlns:a16="http://schemas.microsoft.com/office/drawing/2014/main" id="{61438316-40B3-C16B-84A1-C216F5B6E1BC}"/>
              </a:ext>
            </a:extLst>
          </p:cNvPr>
          <p:cNvSpPr txBox="1"/>
          <p:nvPr/>
        </p:nvSpPr>
        <p:spPr>
          <a:xfrm>
            <a:off x="665163" y="670761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7AF05C90-9E02-8412-DD73-24E8C4BB1279}"/>
              </a:ext>
            </a:extLst>
          </p:cNvPr>
          <p:cNvSpPr txBox="1"/>
          <p:nvPr/>
        </p:nvSpPr>
        <p:spPr>
          <a:xfrm>
            <a:off x="537147" y="4033334"/>
            <a:ext cx="947073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6600" dirty="0">
                <a:solidFill>
                  <a:schemeClr val="bg1"/>
                </a:solidFill>
                <a:latin typeface="GothamHTF-Book"/>
              </a:rPr>
              <a:t>CI/CD PARA ML</a:t>
            </a: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01</a:t>
            </a: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0C25BEE5-30A1-996F-2BE8-1984A465821C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02644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Por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CI/CD para ML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complexo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para software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tradicional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?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eixos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mudanca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dados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CI, CD e Continuous Deployment: qual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diferenca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As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camadas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testes de um pipeline de ML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Ref: Fowler, M. (2019). Continuous Delivery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for Machine Learning.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martinfowler.com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22304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4000" dirty="0">
                <a:solidFill>
                  <a:srgbClr val="FFFFFF"/>
                </a:solidFill>
                <a:latin typeface="Roboto Light"/>
              </a:rPr>
              <a:t>Continuous Integration (CI):</a:t>
            </a: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4000" dirty="0">
                <a:solidFill>
                  <a:srgbClr val="FFFFFF"/>
                </a:solidFill>
                <a:latin typeface="Roboto Light"/>
              </a:rPr>
              <a:t>I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ntegrar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com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frequencia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disparando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testes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automatizados</a:t>
            </a:r>
            <a:endParaRPr sz="4000" dirty="0">
              <a:solidFill>
                <a:srgbClr val="FFFFFF"/>
              </a:solidFill>
              <a:latin typeface="Roboto Light"/>
            </a:endParaRPr>
          </a:p>
          <a:p>
            <a:endParaRPr sz="40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4000" dirty="0">
                <a:solidFill>
                  <a:srgbClr val="FFFFFF"/>
                </a:solidFill>
                <a:latin typeface="Roboto Light"/>
              </a:rPr>
              <a:t>Continuous Delivery (CD):</a:t>
            </a: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4000" dirty="0">
                <a:solidFill>
                  <a:srgbClr val="FFFFFF"/>
                </a:solidFill>
                <a:latin typeface="Roboto Light"/>
              </a:rPr>
              <a:t>A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p</a:t>
            </a:r>
            <a:r>
              <a:rPr lang="pt-BR" sz="4000" dirty="0" err="1">
                <a:solidFill>
                  <a:srgbClr val="FFFFFF"/>
                </a:solidFill>
                <a:latin typeface="Roboto Light"/>
              </a:rPr>
              <a:t>ós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os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testes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passarem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, o software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esta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sempre pronto para deploy</a:t>
            </a:r>
          </a:p>
          <a:p>
            <a:endParaRPr sz="40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4000" dirty="0">
                <a:solidFill>
                  <a:srgbClr val="FFFFFF"/>
                </a:solidFill>
                <a:latin typeface="Roboto Light"/>
              </a:rPr>
              <a:t>Continuous Deployment:</a:t>
            </a: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4000" dirty="0">
                <a:solidFill>
                  <a:srgbClr val="FFFFFF"/>
                </a:solidFill>
                <a:latin typeface="Roboto Light"/>
              </a:rPr>
              <a:t>V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ariacao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onde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o deploy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producao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totalmente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automatico</a:t>
            </a:r>
            <a:endParaRPr sz="40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CI/CD: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REVIS</a:t>
            </a:r>
            <a:r>
              <a:rPr lang="pt-BR" sz="6000" dirty="0" err="1">
                <a:solidFill>
                  <a:srgbClr val="D30F59"/>
                </a:solidFill>
                <a:latin typeface="GothamHTF-Book"/>
              </a:rPr>
              <a:t>Ã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O R</a:t>
            </a:r>
            <a:r>
              <a:rPr lang="pt-BR" sz="6000" dirty="0">
                <a:solidFill>
                  <a:srgbClr val="D30F59"/>
                </a:solidFill>
                <a:latin typeface="GothamHTF-Book"/>
              </a:rPr>
              <a:t>Á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819849" y="2111112"/>
            <a:ext cx="16299751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Em software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tradicional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valida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-se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dimensao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codigo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lang="pt-BR"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Em ML,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precisamos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validar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dimensoes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F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eature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engineering, pre-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processamento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serving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Dados: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N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ovos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dados,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mudancas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schema, drift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Modelo: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N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ovo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treinamento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hiperparametros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performance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O QUE MUDA EM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CI/CD PARA ML?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64% DAS ORGANIZACOES LEVAM MAIS DE UM MES PARA DEPLOYAR UM MODELO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A falta de testes automatizados e uma das causas principais - a Tesla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testa cada novo modelo em milhares de cenarios simulados (shadow mode)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antes do deploy.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Ref: Algorithmia (2021). State of Enterprise Machine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914657" y="2064544"/>
            <a:ext cx="16272676" cy="5386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AWS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codecommit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create-repository --repository-name ml-ci-lab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git clone +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adicionar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src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/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features.py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tests/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test_features.py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Escrever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buildspec.yml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fase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"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pytest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tests/"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Criar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projeto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CodeBuild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apontando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para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repositorio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Configurar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trigger de webhook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cada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push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6. Dar push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acompanhar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build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console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3" y="661988"/>
            <a:ext cx="1611504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CI COM CODECOMMIT E CODEBUILD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FA528-F59A-F38E-5360-741C336D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>
            <a:extLst>
              <a:ext uri="{FF2B5EF4-FFF2-40B4-BE49-F238E27FC236}">
                <a16:creationId xmlns:a16="http://schemas.microsoft.com/office/drawing/2014/main" id="{7B927D76-90EB-261D-72E0-A50B09062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49132617-4D65-CA8A-F837-F0E073983EE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F20070E1-4110-BE2B-8851-DFB28B7CE5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BC6669C-2938-D91E-A4E1-37D8402153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23">
            <a:extLst>
              <a:ext uri="{FF2B5EF4-FFF2-40B4-BE49-F238E27FC236}">
                <a16:creationId xmlns:a16="http://schemas.microsoft.com/office/drawing/2014/main" id="{AE5C68FF-066C-E5C7-1035-106D70C81CCB}"/>
              </a:ext>
            </a:extLst>
          </p:cNvPr>
          <p:cNvSpPr txBox="1"/>
          <p:nvPr/>
        </p:nvSpPr>
        <p:spPr>
          <a:xfrm>
            <a:off x="665163" y="670761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38ADE645-AEBD-5E56-EC38-3E9FEAF40FB0}"/>
              </a:ext>
            </a:extLst>
          </p:cNvPr>
          <p:cNvSpPr txBox="1"/>
          <p:nvPr/>
        </p:nvSpPr>
        <p:spPr>
          <a:xfrm>
            <a:off x="537147" y="4033334"/>
            <a:ext cx="947073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GothamHTF-Book" pitchFamily="2" charset="0"/>
              </a:rPr>
              <a:t>TESTES E O PIPELINE DE CD </a:t>
            </a:r>
            <a:r>
              <a:rPr sz="2800" dirty="0">
                <a:solidFill>
                  <a:schemeClr val="bg1"/>
                </a:solidFill>
                <a:latin typeface="GothamHTF-Book"/>
              </a:rPr>
              <a:t>PARTE 0</a:t>
            </a:r>
            <a:r>
              <a:rPr lang="pt-BR" sz="2800" dirty="0">
                <a:solidFill>
                  <a:schemeClr val="bg1"/>
                </a:solidFill>
                <a:latin typeface="GothamHTF-Book"/>
              </a:rPr>
              <a:t>2</a:t>
            </a:r>
            <a:endParaRPr sz="2800" dirty="0">
              <a:solidFill>
                <a:schemeClr val="bg1"/>
              </a:solidFill>
              <a:latin typeface="GothamHTF-Book"/>
            </a:endParaRP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794B63FD-18B5-5036-B87D-1CF8FB632838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84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1F3C9F-E41C-AD9D-5C0B-9B81EC2D50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3247AE3B-9E25-C0F4-D90D-31B2AB35F76A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38009B7-BA93-1326-DE2C-5504A83D37E8}"/>
              </a:ext>
            </a:extLst>
          </p:cNvPr>
          <p:cNvSpPr txBox="1"/>
          <p:nvPr/>
        </p:nvSpPr>
        <p:spPr>
          <a:xfrm>
            <a:off x="682823" y="1066444"/>
            <a:ext cx="14387844" cy="4801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6000" dirty="0">
                <a:latin typeface="GothamHTF-Book" pitchFamily="2" charset="0"/>
              </a:rPr>
              <a:t>TESTES E O</a:t>
            </a:r>
            <a:r>
              <a:rPr lang="en-US" sz="6000" dirty="0">
                <a:solidFill>
                  <a:srgbClr val="D30F59"/>
                </a:solidFill>
                <a:latin typeface="GothamHTF-Book" pitchFamily="2" charset="0"/>
              </a:rPr>
              <a:t> PIPELINE DE CD</a:t>
            </a: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r>
              <a:rPr lang="id" sz="36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As tres camadas de testes de um pipeline de ML e como levar um modelo validado a producao com seguranca.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498F4500-071A-74CE-52FD-21AF1A48E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4FA6BE4A-2E32-BE0F-F779-54722F50F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916881" y="2311400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Testes de c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ó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digo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dados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Great Expectations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validacao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Data Contracts entre equipes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Pipeline de CD: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empacotamento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staging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promoc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</a:t>
            </a:r>
          </a:p>
          <a:p>
            <a:endParaRPr lang="pt-BR"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Ref: Jordan, J. (2020). Testing Machine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Learning Systems.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jeremyjordan.me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293874"/>
            <a:ext cx="16521443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Testes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U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nit tests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testam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func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õ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es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individuais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(feature engineering, parsers)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integration tests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testam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pipeline +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+ API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Testes de Dados: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S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chema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validation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colunas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esperadas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existem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tipos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corretos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?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Te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stes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distribuic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completude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integridade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Great Expectations e a ferramenta de refer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ê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ncia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TESTES DE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CODIGO E DADOS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81002" y="1816259"/>
            <a:ext cx="16924865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Testes de Modelo: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P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erformance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thresholds (ex: F1 &gt; 0.80, AUC &gt; 0.85)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comparacao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baseline: o novo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supera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producao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?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fairness tests: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diferenca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FPR entre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grupos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&lt; 5%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Data Contracts: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E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quipes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definem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contratos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formais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sobre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formato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qualidade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dos dados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TESTES DE MODELO 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DATA CONTRACTS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81002" y="2276940"/>
            <a:ext cx="16416865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Etapas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 CD:</a:t>
            </a:r>
          </a:p>
          <a:p>
            <a:pPr marL="742950" indent="-742950">
              <a:buFont typeface="+mj-lt"/>
              <a:buAutoNum type="arabicPeriod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Empacotamento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serializado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suas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depend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ê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ncias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742950" indent="-742950">
              <a:buFont typeface="+mj-lt"/>
              <a:buAutoNum type="arabicPeriod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Testes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Integracao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Staging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validacao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end-to-end</a:t>
            </a:r>
          </a:p>
          <a:p>
            <a:pPr marL="742950" indent="-742950">
              <a:buFont typeface="+mj-lt"/>
              <a:buAutoNum type="arabicPeriod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Validacao com Dados Reais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amostra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dados de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Produção</a:t>
            </a:r>
          </a:p>
          <a:p>
            <a:pPr marL="742950" indent="-742950">
              <a:buFont typeface="+mj-lt"/>
              <a:buAutoNum type="arabicPeriod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Promocao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apos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validac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õ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es,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vai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producao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742950" indent="-742950">
              <a:buFont typeface="+mj-lt"/>
              <a:buAutoNum type="arabicPeriod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Rollback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Automatico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se m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é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degradarem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produc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PIPELINE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DE CD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1751436"/>
            <a:ext cx="15979576" cy="583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Adicionar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fase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"test-data":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valida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colunas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tipos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pandas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Adicionar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fase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"test-model":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treina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checa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accuracy &gt; 0.75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Usar exit code != 0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falhar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build sob o threshold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Rodar o build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ver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pipeline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falhar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proposito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baixe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limite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Corrigir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conferir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build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passando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ESTENDENDO O BUILDSPEC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0AAAB-D2C0-3A71-7177-1123CFA4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F2CF2AE-6FBA-66E6-D03E-44FB5DC2CE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1FD39A23-1A3F-8B18-9651-7D31761B8C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8C540D4E-3D0B-F44E-8762-24BA7F011485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B3E9BF0-DF8E-1A49-B5C8-B4F5E776C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14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3525-1550-35D7-6112-10C630C7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>
            <a:extLst>
              <a:ext uri="{FF2B5EF4-FFF2-40B4-BE49-F238E27FC236}">
                <a16:creationId xmlns:a16="http://schemas.microsoft.com/office/drawing/2014/main" id="{58794B07-0F98-A65E-6A58-DCB776D80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D5A107E9-9B92-67DB-69A5-9910F268B250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67E998AA-4792-D095-92DA-3A6589845E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080B6E3F-9CE4-B15C-E4D7-B44336B509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23">
            <a:extLst>
              <a:ext uri="{FF2B5EF4-FFF2-40B4-BE49-F238E27FC236}">
                <a16:creationId xmlns:a16="http://schemas.microsoft.com/office/drawing/2014/main" id="{BE32EF7F-AE5C-0902-87C4-0985FBA26B61}"/>
              </a:ext>
            </a:extLst>
          </p:cNvPr>
          <p:cNvSpPr txBox="1"/>
          <p:nvPr/>
        </p:nvSpPr>
        <p:spPr>
          <a:xfrm>
            <a:off x="665163" y="670761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D953E899-4CA8-69C3-E926-10C05DFEF926}"/>
              </a:ext>
            </a:extLst>
          </p:cNvPr>
          <p:cNvSpPr txBox="1"/>
          <p:nvPr/>
        </p:nvSpPr>
        <p:spPr>
          <a:xfrm>
            <a:off x="537147" y="4033334"/>
            <a:ext cx="1389005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GothamHTF-Book" pitchFamily="2" charset="0"/>
              </a:rPr>
              <a:t>DEPLOY SEGURO E AUTOMACAO </a:t>
            </a: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</a:t>
            </a:r>
            <a:r>
              <a:rPr lang="pt-BR" sz="2800" dirty="0">
                <a:solidFill>
                  <a:schemeClr val="bg1"/>
                </a:solidFill>
                <a:latin typeface="GothamHTF-Book"/>
              </a:rPr>
              <a:t>2</a:t>
            </a:r>
            <a:endParaRPr sz="2800" dirty="0">
              <a:solidFill>
                <a:schemeClr val="bg1"/>
              </a:solidFill>
              <a:latin typeface="GothamHTF-Book"/>
            </a:endParaRP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7A3AEA6E-5375-919A-4B88-5E00FBAE5C28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104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1F3C9F-E41C-AD9D-5C0B-9B81EC2D50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3247AE3B-9E25-C0F4-D90D-31B2AB35F76A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38009B7-BA93-1326-DE2C-5504A83D37E8}"/>
              </a:ext>
            </a:extLst>
          </p:cNvPr>
          <p:cNvSpPr txBox="1"/>
          <p:nvPr/>
        </p:nvSpPr>
        <p:spPr>
          <a:xfrm>
            <a:off x="586527" y="1127999"/>
            <a:ext cx="11864777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6000" dirty="0">
                <a:latin typeface="GothamHTF-Book" pitchFamily="2" charset="0"/>
              </a:rPr>
              <a:t>DEPLOY SEGURO</a:t>
            </a:r>
            <a:r>
              <a:rPr lang="en-US" sz="6000" dirty="0">
                <a:solidFill>
                  <a:srgbClr val="D30F59"/>
                </a:solidFill>
                <a:latin typeface="GothamHTF-Book" pitchFamily="2" charset="0"/>
              </a:rPr>
              <a:t> E AUTOMACAO</a:t>
            </a: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r>
              <a:rPr lang="id" sz="32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Estrategias de deploy seguro, GitHub Actions, DVC Pipelines e os triggers de retreinamento.</a:t>
            </a:r>
            <a:endParaRPr lang="en-US" sz="32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498F4500-071A-74CE-52FD-21AF1A48E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4FA6BE4A-2E32-BE0F-F779-54722F50F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81002" y="2262917"/>
            <a:ext cx="16230598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742950" indent="-742950">
              <a:buFont typeface="+mj-lt"/>
              <a:buAutoNum type="arabicPeriod"/>
            </a:pPr>
            <a:r>
              <a:rPr sz="4000" dirty="0" err="1">
                <a:solidFill>
                  <a:srgbClr val="FFFFFF"/>
                </a:solidFill>
                <a:latin typeface="Roboto Light"/>
              </a:rPr>
              <a:t>Estr</a:t>
            </a:r>
            <a:r>
              <a:rPr lang="pt-BR" sz="4000" dirty="0">
                <a:solidFill>
                  <a:srgbClr val="FFFFFF"/>
                </a:solidFill>
                <a:latin typeface="Roboto Light"/>
              </a:rPr>
              <a:t>á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tegias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de deploy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seguro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: blue-green, canary e shadow mode</a:t>
            </a:r>
            <a:endParaRPr lang="pt-BR" sz="4000" dirty="0">
              <a:solidFill>
                <a:srgbClr val="FFFFFF"/>
              </a:solidFill>
              <a:latin typeface="Roboto Light"/>
            </a:endParaRPr>
          </a:p>
          <a:p>
            <a:pPr marL="742950" indent="-742950">
              <a:buFont typeface="+mj-lt"/>
              <a:buAutoNum type="arabicPeriod"/>
            </a:pPr>
            <a:endParaRPr sz="4000" dirty="0">
              <a:solidFill>
                <a:srgbClr val="FFFFFF"/>
              </a:solidFill>
              <a:latin typeface="Roboto Light"/>
            </a:endParaRPr>
          </a:p>
          <a:p>
            <a:pPr marL="742950" indent="-742950">
              <a:buFont typeface="+mj-lt"/>
              <a:buAutoNum type="arabicPeriod"/>
            </a:pPr>
            <a:r>
              <a:rPr sz="4000" dirty="0" err="1">
                <a:solidFill>
                  <a:srgbClr val="FFFFFF"/>
                </a:solidFill>
                <a:latin typeface="Roboto Light"/>
              </a:rPr>
              <a:t>Automacao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de pipelines com GitHub Actions</a:t>
            </a:r>
            <a:endParaRPr lang="pt-BR" sz="4000" dirty="0">
              <a:solidFill>
                <a:srgbClr val="FFFFFF"/>
              </a:solidFill>
              <a:latin typeface="Roboto Light"/>
            </a:endParaRPr>
          </a:p>
          <a:p>
            <a:pPr marL="742950" indent="-742950">
              <a:buFont typeface="+mj-lt"/>
              <a:buAutoNum type="arabicPeriod"/>
            </a:pPr>
            <a:endParaRPr sz="4000" dirty="0">
              <a:solidFill>
                <a:srgbClr val="FFFFFF"/>
              </a:solidFill>
              <a:latin typeface="Roboto Light"/>
            </a:endParaRPr>
          </a:p>
          <a:p>
            <a:pPr marL="742950" indent="-742950">
              <a:buFont typeface="+mj-lt"/>
              <a:buAutoNum type="arabicPeriod"/>
            </a:pPr>
            <a:r>
              <a:rPr sz="4000" dirty="0">
                <a:solidFill>
                  <a:srgbClr val="FFFFFF"/>
                </a:solidFill>
                <a:latin typeface="Roboto Light"/>
              </a:rPr>
              <a:t>DVC Pipelines: DAGs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reproduz</a:t>
            </a:r>
            <a:r>
              <a:rPr lang="pt-BR" sz="4000" dirty="0" err="1">
                <a:solidFill>
                  <a:srgbClr val="FFFFFF"/>
                </a:solidFill>
                <a:latin typeface="Roboto Light"/>
              </a:rPr>
              <a:t>í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veis</a:t>
            </a:r>
            <a:endParaRPr lang="pt-BR" sz="4000" dirty="0">
              <a:solidFill>
                <a:srgbClr val="FFFFFF"/>
              </a:solidFill>
              <a:latin typeface="Roboto Light"/>
            </a:endParaRPr>
          </a:p>
          <a:p>
            <a:pPr marL="742950" indent="-742950">
              <a:buFont typeface="+mj-lt"/>
              <a:buAutoNum type="arabicPeriod"/>
            </a:pPr>
            <a:endParaRPr sz="4000" dirty="0">
              <a:solidFill>
                <a:srgbClr val="FFFFFF"/>
              </a:solidFill>
              <a:latin typeface="Roboto Light"/>
            </a:endParaRPr>
          </a:p>
          <a:p>
            <a:pPr marL="742950" indent="-742950">
              <a:buFont typeface="+mj-lt"/>
              <a:buAutoNum type="arabicPeriod"/>
            </a:pPr>
            <a:r>
              <a:rPr sz="4000" dirty="0">
                <a:solidFill>
                  <a:srgbClr val="FFFFFF"/>
                </a:solidFill>
                <a:latin typeface="Roboto Light"/>
              </a:rPr>
              <a:t>Triggers de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retreinamento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 e cases de mercado</a:t>
            </a:r>
          </a:p>
          <a:p>
            <a:endParaRPr sz="4000" dirty="0">
              <a:solidFill>
                <a:srgbClr val="FFFFFF"/>
              </a:solidFill>
              <a:latin typeface="Roboto Light"/>
            </a:endParaRP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Ref: Sato, D. et al. (2019). Continuous</a:t>
            </a:r>
          </a:p>
          <a:p>
            <a:r>
              <a:rPr sz="4000" dirty="0">
                <a:solidFill>
                  <a:srgbClr val="FFFFFF"/>
                </a:solidFill>
                <a:latin typeface="Roboto Light"/>
              </a:rPr>
              <a:t>Delivery for ML. </a:t>
            </a:r>
            <a:r>
              <a:rPr sz="4000" dirty="0" err="1">
                <a:solidFill>
                  <a:srgbClr val="FFFFFF"/>
                </a:solidFill>
                <a:latin typeface="Roboto Light"/>
              </a:rPr>
              <a:t>ThoughtWorks</a:t>
            </a:r>
            <a:r>
              <a:rPr sz="4000" dirty="0">
                <a:solidFill>
                  <a:srgbClr val="FFFFFF"/>
                </a:solidFill>
                <a:latin typeface="Roboto Light"/>
              </a:rPr>
              <a:t>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247307"/>
            <a:ext cx="15353043" cy="7119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Blue-Green: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D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ois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ambientes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identicos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;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trafego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redirecionado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uma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vez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rollback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instantaneo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porem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infraestrutura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duplicada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Canary Release: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N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ova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versao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recebe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%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pequeno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do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trafego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(5% - 10% - 50% - 100%)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exposicao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gradual,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risco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controlado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sz="3200" dirty="0">
              <a:solidFill>
                <a:srgbClr val="FFFFFF"/>
              </a:solidFill>
              <a:latin typeface="Roboto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FFFFFF"/>
                </a:solidFill>
                <a:latin typeface="Roboto Light"/>
              </a:rPr>
              <a:t>Shadow Mode:</a:t>
            </a: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200" dirty="0">
                <a:solidFill>
                  <a:srgbClr val="FFFFFF"/>
                </a:solidFill>
                <a:latin typeface="Roboto Light"/>
              </a:rPr>
              <a:t>N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ovo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processa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100% do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trafego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predicoes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nao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sao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usadas</a:t>
            </a:r>
            <a:endParaRPr sz="3200" dirty="0">
              <a:solidFill>
                <a:srgbClr val="FFFFFF"/>
              </a:solidFill>
              <a:latin typeface="Roboto Light"/>
            </a:endParaRPr>
          </a:p>
          <a:p>
            <a:r>
              <a:rPr sz="3200" dirty="0">
                <a:solidFill>
                  <a:srgbClr val="FFFFFF"/>
                </a:solidFill>
                <a:latin typeface="Roboto Light"/>
              </a:rPr>
              <a:t>  zero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risco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, mas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custo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computacional</a:t>
            </a:r>
            <a:r>
              <a:rPr sz="32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Roboto Light"/>
              </a:rPr>
              <a:t>dobrado</a:t>
            </a:r>
            <a:endParaRPr sz="32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ESTRATEGIAS DE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DEPLOY SEGURO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3" y="2310807"/>
            <a:ext cx="16470644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GitHub Actions: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P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ipeline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codigo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test-code, test-data, test-model, deploy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J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obs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encadeados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"needs"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cada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so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roda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se o anterior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passar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DVC Pipelines: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D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efine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pipelines de ML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DAGs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reproduziveis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dvc.yaml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DVC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repro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executa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estagios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cujas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dependencias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mudaram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3" y="661988"/>
            <a:ext cx="1504824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AUTOMACAO COM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GITHUB ACTIONS E DVC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CONTINUOUS TRAINING: MODELOS RETREINADOS AUTOMATICAMENTE SEM INTERVENCAO HUMANA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O Airbnb desenvolveu o "ML Automator", que automatiza desde a deteccao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de drift ate o retreinamento e deploy com canary releases.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Ref: Fowler, M. (2019). Continuous Delivery for Machine Learning.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1735825"/>
            <a:ext cx="14895843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Ter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dois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(v1 e v2)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registrados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 S3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Criar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um Endpoint Config com duas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ProductionVariants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Definir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InitialVariantWeight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90 para v1, 10 para v2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Fazer o deploy do endpoint com as duas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variantes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Invocar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varias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vezes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observar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distribuicao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trafego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6.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Ajustar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pesos via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update_endpoint_weights_and_capacities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557317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CANARY RELEASE NO SAGEMAKER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REFERÊNCIAS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Fowler, M. (2019). Continuous Delivery for Machine Learning.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Jordan, J. (2020). Testing Machine Learning Systems.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Algorithmia (2021). 2021 State of Enterprise Machine Learning.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Sato, D., Wider, A. &amp; Windheuser, C. (2019). CD for ML. ThoughtWorks.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GitHub Actions Documentation. docs.github.com/en/actions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DVC Documentation. dvc.org/doc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11170</TotalTime>
  <Words>1132</Words>
  <Application>Microsoft Macintosh PowerPoint</Application>
  <PresentationFormat>Personalizar</PresentationFormat>
  <Paragraphs>154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Tavares</cp:lastModifiedBy>
  <cp:revision>181</cp:revision>
  <dcterms:created xsi:type="dcterms:W3CDTF">2025-02-03T02:49:08Z</dcterms:created>
  <dcterms:modified xsi:type="dcterms:W3CDTF">2026-09-14T22:31:58Z</dcterms:modified>
</cp:coreProperties>
</file>