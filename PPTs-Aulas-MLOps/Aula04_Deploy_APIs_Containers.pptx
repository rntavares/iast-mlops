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6"/>
  </p:notesMasterIdLst>
  <p:handoutMasterIdLst>
    <p:handoutMasterId r:id="rId27"/>
  </p:handoutMasterIdLst>
  <p:sldIdLst>
    <p:sldId id="619" r:id="rId2"/>
    <p:sldId id="599" r:id="rId3"/>
    <p:sldId id="600" r:id="rId4"/>
    <p:sldId id="602" r:id="rId5"/>
    <p:sldId id="604" r:id="rId6"/>
    <p:sldId id="610" r:id="rId7"/>
    <p:sldId id="583" r:id="rId8"/>
    <p:sldId id="621" r:id="rId9"/>
    <p:sldId id="606" r:id="rId10"/>
    <p:sldId id="608" r:id="rId11"/>
    <p:sldId id="611" r:id="rId12"/>
    <p:sldId id="612" r:id="rId13"/>
    <p:sldId id="613" r:id="rId14"/>
    <p:sldId id="614" r:id="rId15"/>
    <p:sldId id="622" r:id="rId16"/>
    <p:sldId id="623" r:id="rId17"/>
    <p:sldId id="618" r:id="rId18"/>
    <p:sldId id="609" r:id="rId19"/>
    <p:sldId id="615" r:id="rId20"/>
    <p:sldId id="616" r:id="rId21"/>
    <p:sldId id="603" r:id="rId22"/>
    <p:sldId id="617" r:id="rId23"/>
    <p:sldId id="605" r:id="rId24"/>
    <p:sldId id="607" r:id="rId25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619"/>
            <p14:sldId id="599"/>
            <p14:sldId id="600"/>
            <p14:sldId id="602"/>
            <p14:sldId id="604"/>
            <p14:sldId id="610"/>
            <p14:sldId id="583"/>
            <p14:sldId id="621"/>
            <p14:sldId id="606"/>
            <p14:sldId id="608"/>
            <p14:sldId id="611"/>
            <p14:sldId id="612"/>
            <p14:sldId id="613"/>
            <p14:sldId id="614"/>
            <p14:sldId id="622"/>
            <p14:sldId id="623"/>
            <p14:sldId id="618"/>
            <p14:sldId id="609"/>
            <p14:sldId id="615"/>
            <p14:sldId id="616"/>
            <p14:sldId id="603"/>
            <p14:sldId id="617"/>
            <p14:sldId id="605"/>
            <p14:sldId id="6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43"/>
  </p:normalViewPr>
  <p:slideViewPr>
    <p:cSldViewPr snapToGrid="0">
      <p:cViewPr varScale="1">
        <p:scale>
          <a:sx n="76" d="100"/>
          <a:sy n="76" d="100"/>
        </p:scale>
        <p:origin x="7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custSel addSld delSld modSld modSection">
      <pc:chgData name="Rafael Tavares" userId="b5f6855f0475f1c2" providerId="LiveId" clId="{628D8C17-BF8F-5867-8BEA-63D513C56F74}" dt="2026-09-14T22:32:29.707" v="292" actId="167"/>
      <pc:docMkLst>
        <pc:docMk/>
      </pc:docMkLst>
      <pc:sldChg chg="add">
        <pc:chgData name="Rafael Tavares" userId="b5f6855f0475f1c2" providerId="LiveId" clId="{628D8C17-BF8F-5867-8BEA-63D513C56F74}" dt="2026-09-14T22:23:06.975" v="133"/>
        <pc:sldMkLst>
          <pc:docMk/>
          <pc:sldMk cId="528894037" sldId="583"/>
        </pc:sldMkLst>
      </pc:sldChg>
      <pc:sldChg chg="modSp del mod">
        <pc:chgData name="Rafael Tavares" userId="b5f6855f0475f1c2" providerId="LiveId" clId="{628D8C17-BF8F-5867-8BEA-63D513C56F74}" dt="2026-09-14T22:19:18.366" v="8" actId="2696"/>
        <pc:sldMkLst>
          <pc:docMk/>
          <pc:sldMk cId="0" sldId="598"/>
        </pc:sldMkLst>
        <pc:spChg chg="mod">
          <ac:chgData name="Rafael Tavares" userId="b5f6855f0475f1c2" providerId="LiveId" clId="{628D8C17-BF8F-5867-8BEA-63D513C56F74}" dt="2026-09-14T22:18:51.807" v="2" actId="1076"/>
          <ac:spMkLst>
            <pc:docMk/>
            <pc:sldMk cId="0" sldId="598"/>
            <ac:spMk id="23" creationId="{E1393904-2F84-3C8E-54C6-3DA558657CC3}"/>
          </ac:spMkLst>
        </pc:spChg>
      </pc:sldChg>
      <pc:sldChg chg="modSp mod">
        <pc:chgData name="Rafael Tavares" userId="b5f6855f0475f1c2" providerId="LiveId" clId="{628D8C17-BF8F-5867-8BEA-63D513C56F74}" dt="2026-09-14T22:19:34.887" v="16" actId="14100"/>
        <pc:sldMkLst>
          <pc:docMk/>
          <pc:sldMk cId="0" sldId="599"/>
        </pc:sldMkLst>
        <pc:spChg chg="mod">
          <ac:chgData name="Rafael Tavares" userId="b5f6855f0475f1c2" providerId="LiveId" clId="{628D8C17-BF8F-5867-8BEA-63D513C56F74}" dt="2026-09-14T22:19:22.342" v="10" actId="20577"/>
          <ac:spMkLst>
            <pc:docMk/>
            <pc:sldMk cId="0" sldId="599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19:34.887" v="16" actId="14100"/>
          <ac:spMkLst>
            <pc:docMk/>
            <pc:sldMk cId="0" sldId="599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0:27.644" v="53" actId="12"/>
        <pc:sldMkLst>
          <pc:docMk/>
          <pc:sldMk cId="0" sldId="600"/>
        </pc:sldMkLst>
        <pc:spChg chg="mod">
          <ac:chgData name="Rafael Tavares" userId="b5f6855f0475f1c2" providerId="LiveId" clId="{628D8C17-BF8F-5867-8BEA-63D513C56F74}" dt="2026-09-14T22:19:39.067" v="18" actId="20577"/>
          <ac:spMkLst>
            <pc:docMk/>
            <pc:sldMk cId="0" sldId="60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0:27.644" v="53" actId="12"/>
          <ac:spMkLst>
            <pc:docMk/>
            <pc:sldMk cId="0" sldId="600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1:29.554" v="95" actId="20577"/>
        <pc:sldMkLst>
          <pc:docMk/>
          <pc:sldMk cId="0" sldId="602"/>
        </pc:sldMkLst>
        <pc:spChg chg="mod">
          <ac:chgData name="Rafael Tavares" userId="b5f6855f0475f1c2" providerId="LiveId" clId="{628D8C17-BF8F-5867-8BEA-63D513C56F74}" dt="2026-09-14T22:20:30.892" v="55" actId="20577"/>
          <ac:spMkLst>
            <pc:docMk/>
            <pc:sldMk cId="0" sldId="60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1:29.554" v="95" actId="20577"/>
          <ac:spMkLst>
            <pc:docMk/>
            <pc:sldMk cId="0" sldId="602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2:27.085" v="125" actId="20577"/>
        <pc:sldMkLst>
          <pc:docMk/>
          <pc:sldMk cId="0" sldId="604"/>
        </pc:sldMkLst>
        <pc:spChg chg="mod">
          <ac:chgData name="Rafael Tavares" userId="b5f6855f0475f1c2" providerId="LiveId" clId="{628D8C17-BF8F-5867-8BEA-63D513C56F74}" dt="2026-09-14T22:21:38.018" v="97" actId="20577"/>
          <ac:spMkLst>
            <pc:docMk/>
            <pc:sldMk cId="0" sldId="604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2:27.085" v="125" actId="20577"/>
          <ac:spMkLst>
            <pc:docMk/>
            <pc:sldMk cId="0" sldId="604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4:05.561" v="141" actId="1076"/>
        <pc:sldMkLst>
          <pc:docMk/>
          <pc:sldMk cId="0" sldId="606"/>
        </pc:sldMkLst>
        <pc:spChg chg="mod">
          <ac:chgData name="Rafael Tavares" userId="b5f6855f0475f1c2" providerId="LiveId" clId="{628D8C17-BF8F-5867-8BEA-63D513C56F74}" dt="2026-09-14T22:24:05.561" v="141" actId="1076"/>
          <ac:spMkLst>
            <pc:docMk/>
            <pc:sldMk cId="0" sldId="606"/>
            <ac:spMk id="6" creationId="{B38009B7-BA93-1326-DE2C-5504A83D37E8}"/>
          </ac:spMkLst>
        </pc:spChg>
      </pc:sldChg>
      <pc:sldChg chg="modSp mod">
        <pc:chgData name="Rafael Tavares" userId="b5f6855f0475f1c2" providerId="LiveId" clId="{628D8C17-BF8F-5867-8BEA-63D513C56F74}" dt="2026-09-14T22:24:34.541" v="160" actId="20577"/>
        <pc:sldMkLst>
          <pc:docMk/>
          <pc:sldMk cId="0" sldId="608"/>
        </pc:sldMkLst>
        <pc:spChg chg="mod">
          <ac:chgData name="Rafael Tavares" userId="b5f6855f0475f1c2" providerId="LiveId" clId="{628D8C17-BF8F-5867-8BEA-63D513C56F74}" dt="2026-09-14T22:24:08.604" v="143" actId="20577"/>
          <ac:spMkLst>
            <pc:docMk/>
            <pc:sldMk cId="0" sldId="608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4:34.541" v="160" actId="20577"/>
          <ac:spMkLst>
            <pc:docMk/>
            <pc:sldMk cId="0" sldId="608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7:44.573" v="235" actId="12"/>
        <pc:sldMkLst>
          <pc:docMk/>
          <pc:sldMk cId="0" sldId="609"/>
        </pc:sldMkLst>
        <pc:spChg chg="mod">
          <ac:chgData name="Rafael Tavares" userId="b5f6855f0475f1c2" providerId="LiveId" clId="{628D8C17-BF8F-5867-8BEA-63D513C56F74}" dt="2026-09-14T22:27:35.278" v="231" actId="20577"/>
          <ac:spMkLst>
            <pc:docMk/>
            <pc:sldMk cId="0" sldId="609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7:44.573" v="235" actId="12"/>
          <ac:spMkLst>
            <pc:docMk/>
            <pc:sldMk cId="0" sldId="609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2:44.533" v="132" actId="1076"/>
        <pc:sldMkLst>
          <pc:docMk/>
          <pc:sldMk cId="0" sldId="610"/>
        </pc:sldMkLst>
        <pc:spChg chg="mod">
          <ac:chgData name="Rafael Tavares" userId="b5f6855f0475f1c2" providerId="LiveId" clId="{628D8C17-BF8F-5867-8BEA-63D513C56F74}" dt="2026-09-14T22:22:34.901" v="128" actId="14100"/>
          <ac:spMkLst>
            <pc:docMk/>
            <pc:sldMk cId="0" sldId="610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2:44.533" v="132" actId="1076"/>
          <ac:spMkLst>
            <pc:docMk/>
            <pc:sldMk cId="0" sldId="610"/>
            <ac:spMk id="3" creationId="{4C8F2873-D8A0-9261-5722-9D672D42D3A2}"/>
          </ac:spMkLst>
        </pc:spChg>
        <pc:spChg chg="mod">
          <ac:chgData name="Rafael Tavares" userId="b5f6855f0475f1c2" providerId="LiveId" clId="{628D8C17-BF8F-5867-8BEA-63D513C56F74}" dt="2026-09-14T22:22:37.503" v="129" actId="1076"/>
          <ac:spMkLst>
            <pc:docMk/>
            <pc:sldMk cId="0" sldId="610"/>
            <ac:spMk id="7" creationId="{F2E99D1F-DC37-4930-DF04-982637EB97EF}"/>
          </ac:spMkLst>
        </pc:spChg>
      </pc:sldChg>
      <pc:sldChg chg="modSp mod">
        <pc:chgData name="Rafael Tavares" userId="b5f6855f0475f1c2" providerId="LiveId" clId="{628D8C17-BF8F-5867-8BEA-63D513C56F74}" dt="2026-09-14T22:25:21.240" v="186" actId="12"/>
        <pc:sldMkLst>
          <pc:docMk/>
          <pc:sldMk cId="0" sldId="611"/>
        </pc:sldMkLst>
        <pc:spChg chg="mod">
          <ac:chgData name="Rafael Tavares" userId="b5f6855f0475f1c2" providerId="LiveId" clId="{628D8C17-BF8F-5867-8BEA-63D513C56F74}" dt="2026-09-14T22:24:48.225" v="169" actId="20577"/>
          <ac:spMkLst>
            <pc:docMk/>
            <pc:sldMk cId="0" sldId="611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5:21.240" v="186" actId="12"/>
          <ac:spMkLst>
            <pc:docMk/>
            <pc:sldMk cId="0" sldId="611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5:55.416" v="205" actId="12"/>
        <pc:sldMkLst>
          <pc:docMk/>
          <pc:sldMk cId="0" sldId="612"/>
        </pc:sldMkLst>
        <pc:spChg chg="mod">
          <ac:chgData name="Rafael Tavares" userId="b5f6855f0475f1c2" providerId="LiveId" clId="{628D8C17-BF8F-5867-8BEA-63D513C56F74}" dt="2026-09-14T22:25:29.943" v="189" actId="14100"/>
          <ac:spMkLst>
            <pc:docMk/>
            <pc:sldMk cId="0" sldId="612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5:55.416" v="205" actId="12"/>
          <ac:spMkLst>
            <pc:docMk/>
            <pc:sldMk cId="0" sldId="612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6:13.605" v="211" actId="12"/>
        <pc:sldMkLst>
          <pc:docMk/>
          <pc:sldMk cId="0" sldId="613"/>
        </pc:sldMkLst>
        <pc:spChg chg="mod">
          <ac:chgData name="Rafael Tavares" userId="b5f6855f0475f1c2" providerId="LiveId" clId="{628D8C17-BF8F-5867-8BEA-63D513C56F74}" dt="2026-09-14T22:26:13.605" v="211" actId="12"/>
          <ac:spMkLst>
            <pc:docMk/>
            <pc:sldMk cId="0" sldId="613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6:25.741" v="216" actId="1076"/>
        <pc:sldMkLst>
          <pc:docMk/>
          <pc:sldMk cId="0" sldId="614"/>
        </pc:sldMkLst>
        <pc:spChg chg="mod">
          <ac:chgData name="Rafael Tavares" userId="b5f6855f0475f1c2" providerId="LiveId" clId="{628D8C17-BF8F-5867-8BEA-63D513C56F74}" dt="2026-09-14T22:26:17.491" v="213" actId="20577"/>
          <ac:spMkLst>
            <pc:docMk/>
            <pc:sldMk cId="0" sldId="614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6:25.741" v="216" actId="1076"/>
          <ac:spMkLst>
            <pc:docMk/>
            <pc:sldMk cId="0" sldId="614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8:28.947" v="267" actId="12"/>
        <pc:sldMkLst>
          <pc:docMk/>
          <pc:sldMk cId="0" sldId="615"/>
        </pc:sldMkLst>
        <pc:spChg chg="mod">
          <ac:chgData name="Rafael Tavares" userId="b5f6855f0475f1c2" providerId="LiveId" clId="{628D8C17-BF8F-5867-8BEA-63D513C56F74}" dt="2026-09-14T22:27:48.301" v="237" actId="20577"/>
          <ac:spMkLst>
            <pc:docMk/>
            <pc:sldMk cId="0" sldId="615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8:28.947" v="267" actId="12"/>
          <ac:spMkLst>
            <pc:docMk/>
            <pc:sldMk cId="0" sldId="615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8:48.240" v="277" actId="14100"/>
        <pc:sldMkLst>
          <pc:docMk/>
          <pc:sldMk cId="0" sldId="616"/>
        </pc:sldMkLst>
        <pc:spChg chg="mod">
          <ac:chgData name="Rafael Tavares" userId="b5f6855f0475f1c2" providerId="LiveId" clId="{628D8C17-BF8F-5867-8BEA-63D513C56F74}" dt="2026-09-14T22:28:33.644" v="269" actId="20577"/>
          <ac:spMkLst>
            <pc:docMk/>
            <pc:sldMk cId="0" sldId="616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8:48.240" v="277" actId="14100"/>
          <ac:spMkLst>
            <pc:docMk/>
            <pc:sldMk cId="0" sldId="616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9:01.135" v="283" actId="1076"/>
        <pc:sldMkLst>
          <pc:docMk/>
          <pc:sldMk cId="0" sldId="617"/>
        </pc:sldMkLst>
        <pc:spChg chg="mod">
          <ac:chgData name="Rafael Tavares" userId="b5f6855f0475f1c2" providerId="LiveId" clId="{628D8C17-BF8F-5867-8BEA-63D513C56F74}" dt="2026-09-14T22:28:54.219" v="280" actId="14100"/>
          <ac:spMkLst>
            <pc:docMk/>
            <pc:sldMk cId="0" sldId="617"/>
            <ac:spMk id="2" creationId="{AC7A883F-1FF0-76A8-05EE-4226BFEB3B2A}"/>
          </ac:spMkLst>
        </pc:spChg>
        <pc:spChg chg="mod">
          <ac:chgData name="Rafael Tavares" userId="b5f6855f0475f1c2" providerId="LiveId" clId="{628D8C17-BF8F-5867-8BEA-63D513C56F74}" dt="2026-09-14T22:29:01.135" v="283" actId="1076"/>
          <ac:spMkLst>
            <pc:docMk/>
            <pc:sldMk cId="0" sldId="617"/>
            <ac:spMk id="3" creationId="{4C8F2873-D8A0-9261-5722-9D672D42D3A2}"/>
          </ac:spMkLst>
        </pc:spChg>
      </pc:sldChg>
      <pc:sldChg chg="modSp mod">
        <pc:chgData name="Rafael Tavares" userId="b5f6855f0475f1c2" providerId="LiveId" clId="{628D8C17-BF8F-5867-8BEA-63D513C56F74}" dt="2026-09-14T22:27:32.256" v="229" actId="1076"/>
        <pc:sldMkLst>
          <pc:docMk/>
          <pc:sldMk cId="0" sldId="618"/>
        </pc:sldMkLst>
        <pc:spChg chg="mod">
          <ac:chgData name="Rafael Tavares" userId="b5f6855f0475f1c2" providerId="LiveId" clId="{628D8C17-BF8F-5867-8BEA-63D513C56F74}" dt="2026-09-14T22:27:32.256" v="229" actId="1076"/>
          <ac:spMkLst>
            <pc:docMk/>
            <pc:sldMk cId="0" sldId="618"/>
            <ac:spMk id="6" creationId="{B38009B7-BA93-1326-DE2C-5504A83D37E8}"/>
          </ac:spMkLst>
        </pc:spChg>
      </pc:sldChg>
      <pc:sldChg chg="addSp delSp modSp add mod">
        <pc:chgData name="Rafael Tavares" userId="b5f6855f0475f1c2" providerId="LiveId" clId="{628D8C17-BF8F-5867-8BEA-63D513C56F74}" dt="2026-09-14T22:32:12.157" v="286" actId="167"/>
        <pc:sldMkLst>
          <pc:docMk/>
          <pc:sldMk cId="0" sldId="619"/>
        </pc:sldMkLst>
        <pc:spChg chg="mod">
          <ac:chgData name="Rafael Tavares" userId="b5f6855f0475f1c2" providerId="LiveId" clId="{628D8C17-BF8F-5867-8BEA-63D513C56F74}" dt="2026-09-14T22:19:15.685" v="7" actId="20577"/>
          <ac:spMkLst>
            <pc:docMk/>
            <pc:sldMk cId="0" sldId="619"/>
            <ac:spMk id="5" creationId="{7C944C54-F5DD-F9AC-0A8F-6AF18AE70A12}"/>
          </ac:spMkLst>
        </pc:spChg>
        <pc:spChg chg="del">
          <ac:chgData name="Rafael Tavares" userId="b5f6855f0475f1c2" providerId="LiveId" clId="{628D8C17-BF8F-5867-8BEA-63D513C56F74}" dt="2026-09-14T22:32:09.146" v="284" actId="478"/>
          <ac:spMkLst>
            <pc:docMk/>
            <pc:sldMk cId="0" sldId="619"/>
            <ac:spMk id="10" creationId="{CAE228C2-09A6-6FDF-071F-2EEC7712B63D}"/>
          </ac:spMkLst>
        </pc:spChg>
        <pc:picChg chg="add mod">
          <ac:chgData name="Rafael Tavares" userId="b5f6855f0475f1c2" providerId="LiveId" clId="{628D8C17-BF8F-5867-8BEA-63D513C56F74}" dt="2026-09-14T22:32:12.157" v="286" actId="167"/>
          <ac:picMkLst>
            <pc:docMk/>
            <pc:sldMk cId="0" sldId="619"/>
            <ac:picMk id="2" creationId="{01500E51-C1CE-5FAA-2445-AED5CEE2E0C4}"/>
          </ac:picMkLst>
        </pc:picChg>
      </pc:sldChg>
      <pc:sldChg chg="addSp delSp modSp add mod">
        <pc:chgData name="Rafael Tavares" userId="b5f6855f0475f1c2" providerId="LiveId" clId="{628D8C17-BF8F-5867-8BEA-63D513C56F74}" dt="2026-09-14T22:32:18.946" v="289" actId="167"/>
        <pc:sldMkLst>
          <pc:docMk/>
          <pc:sldMk cId="979070405" sldId="621"/>
        </pc:sldMkLst>
        <pc:spChg chg="mod">
          <ac:chgData name="Rafael Tavares" userId="b5f6855f0475f1c2" providerId="LiveId" clId="{628D8C17-BF8F-5867-8BEA-63D513C56F74}" dt="2026-09-14T22:27:14.782" v="224" actId="20577"/>
          <ac:spMkLst>
            <pc:docMk/>
            <pc:sldMk cId="979070405" sldId="621"/>
            <ac:spMk id="5" creationId="{DCB3C989-79C1-F29F-8448-058CD89700A4}"/>
          </ac:spMkLst>
        </pc:spChg>
        <pc:spChg chg="del">
          <ac:chgData name="Rafael Tavares" userId="b5f6855f0475f1c2" providerId="LiveId" clId="{628D8C17-BF8F-5867-8BEA-63D513C56F74}" dt="2026-09-14T22:32:16.222" v="287" actId="478"/>
          <ac:spMkLst>
            <pc:docMk/>
            <pc:sldMk cId="979070405" sldId="621"/>
            <ac:spMk id="10" creationId="{60901D69-D69F-940C-886C-8C40ED5CB18F}"/>
          </ac:spMkLst>
        </pc:spChg>
        <pc:picChg chg="add mod">
          <ac:chgData name="Rafael Tavares" userId="b5f6855f0475f1c2" providerId="LiveId" clId="{628D8C17-BF8F-5867-8BEA-63D513C56F74}" dt="2026-09-14T22:32:18.946" v="289" actId="167"/>
          <ac:picMkLst>
            <pc:docMk/>
            <pc:sldMk cId="979070405" sldId="621"/>
            <ac:picMk id="2" creationId="{B4F1A725-77BC-62A4-4908-D4EEE1F4DC73}"/>
          </ac:picMkLst>
        </pc:picChg>
      </pc:sldChg>
      <pc:sldChg chg="add">
        <pc:chgData name="Rafael Tavares" userId="b5f6855f0475f1c2" providerId="LiveId" clId="{628D8C17-BF8F-5867-8BEA-63D513C56F74}" dt="2026-09-14T22:26:37.477" v="217"/>
        <pc:sldMkLst>
          <pc:docMk/>
          <pc:sldMk cId="1880195809" sldId="622"/>
        </pc:sldMkLst>
      </pc:sldChg>
      <pc:sldChg chg="addSp delSp modSp add mod">
        <pc:chgData name="Rafael Tavares" userId="b5f6855f0475f1c2" providerId="LiveId" clId="{628D8C17-BF8F-5867-8BEA-63D513C56F74}" dt="2026-09-14T22:32:29.707" v="292" actId="167"/>
        <pc:sldMkLst>
          <pc:docMk/>
          <pc:sldMk cId="1608747051" sldId="623"/>
        </pc:sldMkLst>
        <pc:spChg chg="mod">
          <ac:chgData name="Rafael Tavares" userId="b5f6855f0475f1c2" providerId="LiveId" clId="{628D8C17-BF8F-5867-8BEA-63D513C56F74}" dt="2026-09-14T22:26:57.691" v="222" actId="20577"/>
          <ac:spMkLst>
            <pc:docMk/>
            <pc:sldMk cId="1608747051" sldId="623"/>
            <ac:spMk id="5" creationId="{053883BF-4511-C29A-B680-4978B62E341A}"/>
          </ac:spMkLst>
        </pc:spChg>
        <pc:spChg chg="del">
          <ac:chgData name="Rafael Tavares" userId="b5f6855f0475f1c2" providerId="LiveId" clId="{628D8C17-BF8F-5867-8BEA-63D513C56F74}" dt="2026-09-14T22:32:24.550" v="290" actId="478"/>
          <ac:spMkLst>
            <pc:docMk/>
            <pc:sldMk cId="1608747051" sldId="623"/>
            <ac:spMk id="10" creationId="{289CE285-5C29-295D-82E9-6F2B739EF34F}"/>
          </ac:spMkLst>
        </pc:spChg>
        <pc:picChg chg="add mod">
          <ac:chgData name="Rafael Tavares" userId="b5f6855f0475f1c2" providerId="LiveId" clId="{628D8C17-BF8F-5867-8BEA-63D513C56F74}" dt="2026-09-14T22:32:29.707" v="292" actId="167"/>
          <ac:picMkLst>
            <pc:docMk/>
            <pc:sldMk cId="1608747051" sldId="623"/>
            <ac:picMk id="2" creationId="{B37851A7-B1E1-B9C6-1A06-8AA4565C385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01500E51-C1CE-5FAA-2445-AED5CEE2E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DD4931ED-0E58-118E-53C9-AB7C629DEBBC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 E DEPLOY DE MODELOS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C944C54-F5DD-F9AC-0A8F-6AF18AE70A12}"/>
              </a:ext>
            </a:extLst>
          </p:cNvPr>
          <p:cNvSpPr txBox="1"/>
          <p:nvPr/>
        </p:nvSpPr>
        <p:spPr>
          <a:xfrm>
            <a:off x="537147" y="4033334"/>
            <a:ext cx="947073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latin typeface="GothamHTF-Book"/>
              </a:rPr>
              <a:t>APIS E CONTAINERS</a:t>
            </a: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01</a:t>
            </a: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1F51E7D1-438D-0F0C-C7F9-F2B5838EC299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782393"/>
            <a:ext cx="162505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preso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num .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pkl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nao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gera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valor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precisamos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API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Batch inference vs Real-time inference</a:t>
            </a: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FastAPI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o framework Python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preferido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Validacao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entrada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saida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Pydantic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FastAPI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Documentation.</a:t>
            </a: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fastapi.tiangolo.com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022211"/>
            <a:ext cx="156409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Batch Inference: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M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processa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grandes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volumes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periodicamente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ex: scoring de leads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diario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recomendac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õ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es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semanais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lat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alta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aceit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vel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Real-time (Online) Inference: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M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responde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individuais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tempo real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ex: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detecc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fraude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chatbots,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recomendacoes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vivo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at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baixa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obrigat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ó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ria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foco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desta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aula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PADROES DE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SERVING DE MODELOS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260007"/>
            <a:ext cx="156409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Por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que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FastAPI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Performance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baseado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Starlette/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Uvicorn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(ASGI)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Validacao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Pydantic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valida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entrada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sa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í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da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Documentac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Swagger UI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ReDoc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gerados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sozinhos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Async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nativo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alta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concorr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operac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õ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es ass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í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ncronas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Pydantic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guardi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da API: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garante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campos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obrigat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ó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rios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tipos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corretos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ranges v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lidos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FASTAPI: A ESCOLHA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MODERNA PARA 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81002" y="2060312"/>
            <a:ext cx="17161931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Estrutura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minima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API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C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arregar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inicializac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(nao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o!)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D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efinir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PredictionInput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PredictionOutput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Pydantic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ndpoint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POST /predict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retorna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probabilidade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ndpoint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GET /health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verificac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disponibilidade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Ao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acessar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/docs,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FastAPI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gera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uma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interface Swagger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interativa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visualizar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endpoints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direto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navegador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ANATOMIA DE UMA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API DE PREDICAO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0" y="1793553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3" y="1585318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pip install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fastapi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uvicorn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scikit-learn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joblib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Criar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main.py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PredictionInput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/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PredictionOutput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Pydantic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uvicorn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main:app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--reload --port 8000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Abrir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http://localhost:8000/docs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endpoint /predict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Testar /health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confirmar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"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model_loaded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": true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43770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API DE PREDICAO COM FASTAPI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B90C-3AC6-2C3B-6E02-886AE2A0B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B4F1A725-77BC-62A4-4908-D4EEE1F4D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76D0CE7B-691B-C739-193A-CE1AC4AC221B}"/>
              </a:ext>
            </a:extLst>
          </p:cNvPr>
          <p:cNvSpPr/>
          <p:nvPr/>
        </p:nvSpPr>
        <p:spPr>
          <a:xfrm rot="19791614">
            <a:off x="4632501" y="1701351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739240-2FC5-19A0-F9C4-6D6D74A680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06BD5078-1EC7-2415-9E00-94869C7BE7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B5B5EA39-C9B1-00F6-F75D-3DF292B8CB6F}"/>
              </a:ext>
            </a:extLst>
          </p:cNvPr>
          <p:cNvSpPr txBox="1"/>
          <p:nvPr/>
        </p:nvSpPr>
        <p:spPr>
          <a:xfrm>
            <a:off x="537147" y="1133059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CB3C989-79C1-F29F-8448-058CD89700A4}"/>
              </a:ext>
            </a:extLst>
          </p:cNvPr>
          <p:cNvSpPr txBox="1"/>
          <p:nvPr/>
        </p:nvSpPr>
        <p:spPr>
          <a:xfrm>
            <a:off x="537147" y="4033334"/>
            <a:ext cx="145843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CONTAINERIZANDO COM DOCKER	</a:t>
            </a:r>
            <a:endParaRPr sz="6600" dirty="0">
              <a:solidFill>
                <a:schemeClr val="bg1"/>
              </a:solidFill>
              <a:latin typeface="GothamHTF-Book"/>
            </a:endParaRP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2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B769A7B4-EC6C-3E34-EB31-F02E42E00CD0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07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573136" y="1127999"/>
            <a:ext cx="12965444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CONTAINERIZANDO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COM DOCKER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2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Dockerfile otimizado, multi-stage build e Docker Compose para orquestrar API, cache e monitoramento juntos.</a:t>
            </a:r>
            <a:endParaRPr lang="en-US" sz="32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310807"/>
            <a:ext cx="15911843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Dockerfile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otimizado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ML: multi-stage build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Boas pr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usu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nao-root, health checks, cache de depend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ê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ncias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Docker Compose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servicos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compostos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(API + Redis + Prometheus)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Escalabilidade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r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é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plicas, load balancing e auto-scaling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Docker Documentation.</a:t>
            </a: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docs.docker.com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247306"/>
            <a:ext cx="15827176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Multi-stage build: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E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stagio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builder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instala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dependencias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estagio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final so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copia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N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ecessario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reduz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drasticamente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tamanho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final 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imagem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Boas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praticas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U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suario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nao-root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seguranca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useradd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+ USER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appuser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HEALTHCHECK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nativo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verificando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endpoint /health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ache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dependencias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separado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copia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codigo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--no-cache-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pip para imagens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leves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DOCKERFILE</a:t>
            </a:r>
            <a:r>
              <a:rPr lang="pt-BR" sz="6000" dirty="0">
                <a:latin typeface="GothamHTF-Book"/>
              </a:rPr>
              <a:t>O</a:t>
            </a:r>
            <a:r>
              <a:rPr lang="pt-BR" sz="6000" dirty="0">
                <a:solidFill>
                  <a:srgbClr val="D30F59"/>
                </a:solidFill>
                <a:latin typeface="GothamHTF-Book"/>
              </a:rPr>
              <a:t> OT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IMIZADO PARA 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3" y="2429933"/>
            <a:ext cx="16470644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Em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raramente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opera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sozinho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API: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propriamente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dito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Redis: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C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ache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reduzir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latencia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repetidas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Prometheus: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C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oleta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continua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sistema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Grafana: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D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ashboards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visualizar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coletadas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464556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DOCKER COMPOSE: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SERVICOS COMPOSTOS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802467"/>
            <a:ext cx="1645370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Quando um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unico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container nao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suficiente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Replicas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horizontais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multiplas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instancias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mesmo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servico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Load Balancer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(round-robin, least-conn)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Auto-scaling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numero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replicas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ajusta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com a carga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Probes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saude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Liveness Probe - "o container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vivo?"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reinicia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se nao)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Readiness Probe - "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pronto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trafego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?"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sai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balanceador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Graceful Shutdown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finaliza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antes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encerrar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ESCALABILIDADE</a:t>
            </a:r>
          </a:p>
          <a:p>
            <a:endParaRPr sz="6000">
              <a:latin typeface="GothamHTF-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585318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aws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create-repository --repository-name churn-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api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docker build -t churn-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api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.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aws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get-login-password | docker login --username AWS ...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docker tag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churn-api:latest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&lt;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url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-do-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&gt;/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churn-api:latest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docker push &lt;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url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-do-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ecr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&gt;/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churn-api:latest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Confirmar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imagem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publicada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console do ECR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BUILD E PUSH PARA O ECR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0C0D-A782-51E9-A804-0E3F5DB81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FC46699-B629-FF58-81E5-394F91F01D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F5923ABA-82CB-A741-BF0E-68B7A88E6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47659683-C32B-F466-7C0D-D77890F0EBDB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789C4059-ED70-8015-27AF-5A48893918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195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C0E0-C74C-D96F-D519-683B17ED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3">
            <a:extLst>
              <a:ext uri="{FF2B5EF4-FFF2-40B4-BE49-F238E27FC236}">
                <a16:creationId xmlns:a16="http://schemas.microsoft.com/office/drawing/2014/main" id="{B37851A7-B1E1-B9C6-1A06-8AA4565C3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543B6305-9FCB-5DBC-2341-47320F336BB9}"/>
              </a:ext>
            </a:extLst>
          </p:cNvPr>
          <p:cNvSpPr/>
          <p:nvPr/>
        </p:nvSpPr>
        <p:spPr>
          <a:xfrm rot="19791614">
            <a:off x="4632501" y="1701351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FFBA682A-C9F1-AA29-E166-5E299A5D75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26BE37CF-6836-6DE6-EEDF-7C03AEAC46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4" name="TextBox 23">
            <a:extLst>
              <a:ext uri="{FF2B5EF4-FFF2-40B4-BE49-F238E27FC236}">
                <a16:creationId xmlns:a16="http://schemas.microsoft.com/office/drawing/2014/main" id="{0975C192-6148-8431-EC7C-D53889885AF3}"/>
              </a:ext>
            </a:extLst>
          </p:cNvPr>
          <p:cNvSpPr txBox="1"/>
          <p:nvPr/>
        </p:nvSpPr>
        <p:spPr>
          <a:xfrm>
            <a:off x="537147" y="1133059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solidFill>
                  <a:schemeClr val="bg1"/>
                </a:solidFill>
                <a:latin typeface="GothamHTF-Book"/>
              </a:rPr>
              <a:t>MLOPS</a:t>
            </a: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053883BF-4511-C29A-B680-4978B62E341A}"/>
              </a:ext>
            </a:extLst>
          </p:cNvPr>
          <p:cNvSpPr txBox="1"/>
          <p:nvPr/>
        </p:nvSpPr>
        <p:spPr>
          <a:xfrm>
            <a:off x="537147" y="4033334"/>
            <a:ext cx="145843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GothamHTF-Book" pitchFamily="2" charset="0"/>
              </a:rPr>
              <a:t>ESCALA E MONITORAMENTO	</a:t>
            </a:r>
            <a:endParaRPr sz="6600" dirty="0">
              <a:solidFill>
                <a:schemeClr val="bg1"/>
              </a:solidFill>
              <a:latin typeface="GothamHTF-Book"/>
            </a:endParaRPr>
          </a:p>
          <a:p>
            <a:r>
              <a:rPr sz="2800" dirty="0">
                <a:solidFill>
                  <a:schemeClr val="bg1"/>
                </a:solidFill>
                <a:latin typeface="GothamHTF-Book"/>
              </a:rPr>
              <a:t>PARTE 0</a:t>
            </a:r>
            <a:r>
              <a:rPr lang="pt-BR" sz="2800" dirty="0">
                <a:solidFill>
                  <a:schemeClr val="bg1"/>
                </a:solidFill>
                <a:latin typeface="GothamHTF-Book"/>
              </a:rPr>
              <a:t>3</a:t>
            </a:r>
            <a:endParaRPr sz="2800" dirty="0">
              <a:solidFill>
                <a:schemeClr val="bg1"/>
              </a:solidFill>
              <a:latin typeface="GothamHTF-Book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1B5C7E57-9D04-D5F6-93C4-6E6D2E625C2A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sz="1800">
                <a:solidFill>
                  <a:schemeClr val="bg1"/>
                </a:solidFill>
                <a:latin typeface="Roboto Light"/>
              </a:rPr>
              <a:t>Prof. Rafael Tavares</a:t>
            </a:r>
            <a:endParaRPr lang="id-ID" sz="18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747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81F3C9F-E41C-AD9D-5C0B-9B81EC2D50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3247AE3B-9E25-C0F4-D90D-31B2AB35F76A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38009B7-BA93-1326-DE2C-5504A83D37E8}"/>
              </a:ext>
            </a:extLst>
          </p:cNvPr>
          <p:cNvSpPr txBox="1"/>
          <p:nvPr/>
        </p:nvSpPr>
        <p:spPr>
          <a:xfrm>
            <a:off x="506512" y="1431422"/>
            <a:ext cx="1727497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6000" dirty="0">
                <a:latin typeface="GothamHTF-Book" pitchFamily="2" charset="0"/>
              </a:rPr>
              <a:t>ESCALA E</a:t>
            </a:r>
            <a:r>
              <a:rPr lang="en-US" sz="6000" dirty="0">
                <a:solidFill>
                  <a:srgbClr val="D30F59"/>
                </a:solidFill>
                <a:latin typeface="GothamHTF-Book" pitchFamily="2" charset="0"/>
              </a:rPr>
              <a:t> MONITORAMENTO</a:t>
            </a: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endParaRPr lang="en-US" sz="6000" dirty="0">
              <a:solidFill>
                <a:srgbClr val="D30F59"/>
              </a:solidFill>
              <a:latin typeface="GothamHTF-Book" pitchFamily="2" charset="0"/>
            </a:endParaRPr>
          </a:p>
          <a:p>
            <a:r>
              <a:rPr lang="id" sz="3200" dirty="0">
                <a:solidFill>
                  <a:schemeClr val="bg1">
                    <a:lumMod val="8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Kubernetes, metricas essenciais e deteccao de drift em producao - os fundamentos para operar em escala.</a:t>
            </a:r>
            <a:endParaRPr lang="en-US" sz="32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8" name="Freeform: Shape 40">
            <a:extLst>
              <a:ext uri="{FF2B5EF4-FFF2-40B4-BE49-F238E27FC236}">
                <a16:creationId xmlns:a16="http://schemas.microsoft.com/office/drawing/2014/main" id="{498F4500-071A-74CE-52FD-21AF1A48E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9" name="Freeform: Shape 41">
            <a:extLst>
              <a:ext uri="{FF2B5EF4-FFF2-40B4-BE49-F238E27FC236}">
                <a16:creationId xmlns:a16="http://schemas.microsoft.com/office/drawing/2014/main" id="{4FA6BE4A-2E32-BE0F-F779-54722F50F8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141393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 err="1">
                <a:solidFill>
                  <a:srgbClr val="FFFFFF"/>
                </a:solidFill>
                <a:latin typeface="Roboto Light"/>
              </a:rPr>
              <a:t>Introducao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Kubernetes: Pod, Service, Deployment, HPA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Logging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estruturado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essenciais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producao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Input drift e prediction drift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Cases de mercado: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iFood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Nubank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Ref: Kubernetes Documentation.</a:t>
            </a: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kubernetes.io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/docs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AGENDA DESTA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PARTE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42993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Pod: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M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enor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unidade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execut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á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vel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geralmente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1 container)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Service: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A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strac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ã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o de rede com load balancing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automatico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Deployment: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 err="1">
                <a:solidFill>
                  <a:srgbClr val="FFFFFF"/>
                </a:solidFill>
                <a:latin typeface="Roboto Light"/>
              </a:rPr>
              <a:t>D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efine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desejado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 r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é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plicas,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imagem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recursos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HPA (Horizontal Pod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Autoscaler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A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-scaling horizontal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baseado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m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é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uso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INTRODUCAO A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KUBERNETES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111112"/>
            <a:ext cx="14645565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Logging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estruturado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</a:t>
            </a:r>
            <a:r>
              <a:rPr lang="pt-BR" sz="3600" dirty="0">
                <a:solidFill>
                  <a:srgbClr val="FFFFFF"/>
                </a:solidFill>
                <a:latin typeface="Roboto Light"/>
              </a:rPr>
              <a:t>L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ogs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formato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JSON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permitem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analise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automatizada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 err="1">
                <a:solidFill>
                  <a:srgbClr val="FFFFFF"/>
                </a:solidFill>
                <a:latin typeface="Roboto Light"/>
              </a:rPr>
              <a:t>Metricas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essenciais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p50/p95/p99 de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latencia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comportamento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normal e outliers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throughput -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requisicoes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por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segundo</a:t>
            </a:r>
            <a:endParaRPr sz="3600" dirty="0">
              <a:solidFill>
                <a:srgbClr val="FFFFFF"/>
              </a:solidFill>
              <a:latin typeface="Roboto Ligh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Input Drift -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dos dados de entrada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mudou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sz="3600" dirty="0">
                <a:solidFill>
                  <a:srgbClr val="FFFFFF"/>
                </a:solidFill>
                <a:latin typeface="Roboto Light"/>
              </a:rPr>
              <a:t>  Prediction Drift -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distribuicao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das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predicoes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mudou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?</a:t>
            </a:r>
          </a:p>
          <a:p>
            <a:endParaRPr sz="3600" dirty="0">
              <a:solidFill>
                <a:srgbClr val="FFFFFF"/>
              </a:solidFill>
              <a:latin typeface="Roboto Light"/>
            </a:endParaRP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Ferramentas: Evidently AI,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WhyLabs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Arize</a:t>
            </a:r>
            <a:endParaRPr sz="3600" dirty="0">
              <a:solidFill>
                <a:srgbClr val="FFFFFF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MONITORAMENTO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EM PRODUCAO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O NUBANK SERVE CENTENAS DE MODELOS EM PRODUCAO, RESPONDENDO EM MENOS DE 100MS POR TRANSACAO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O iFood usa FastAPI para servir modelos de recomendacao e precificacao -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cada busca dispara dezenas de modelos em paralelo como microsservicos em Kubernetes.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Ref: Stanford University HAI (2023). AI Index Report.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819849" y="1295400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3600" dirty="0">
                <a:solidFill>
                  <a:srgbClr val="FFFFFF"/>
                </a:solidFill>
                <a:latin typeface="Roboto Light"/>
              </a:rPr>
              <a:t>1. Console: App Runner &gt; Create service &gt; Container registry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2.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Selecionar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imagem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no ECR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churn-api:latest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3.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Configurar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porta 8000 e 1 vCPU / 2GB de memoria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4.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Habilitar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auto scaling (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minimo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1,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maximo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3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instancias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)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5. Fazer o deploy e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testar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a URL publica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gerada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em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/docs</a:t>
            </a:r>
          </a:p>
          <a:p>
            <a:r>
              <a:rPr sz="3600" dirty="0">
                <a:solidFill>
                  <a:srgbClr val="FFFFFF"/>
                </a:solidFill>
                <a:latin typeface="Roboto Light"/>
              </a:rPr>
              <a:t>6.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Deletar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o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servico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ao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final para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evitar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</a:t>
            </a:r>
            <a:r>
              <a:rPr sz="3600" dirty="0" err="1">
                <a:solidFill>
                  <a:srgbClr val="FFFFFF"/>
                </a:solidFill>
                <a:latin typeface="Roboto Light"/>
              </a:rPr>
              <a:t>custo</a:t>
            </a:r>
            <a:r>
              <a:rPr sz="3600" dirty="0">
                <a:solidFill>
                  <a:srgbClr val="FFFFFF"/>
                </a:solidFill>
                <a:latin typeface="Roboto Light"/>
              </a:rPr>
              <a:t> continuo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3" y="661988"/>
            <a:ext cx="1543770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PRATICO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PUBLICANDO COM APP RUNNER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solidFill>
                  <a:srgbClr val="FFFFFF"/>
                </a:solidFill>
                <a:latin typeface="GothamHTF-Book"/>
              </a:rPr>
              <a:t>REFERÊNCIAS</a:t>
            </a:r>
          </a:p>
          <a:p>
            <a:endParaRPr sz="5000">
              <a:solidFill>
                <a:srgbClr val="FFFFFF"/>
              </a:solidFill>
              <a:latin typeface="GothamHTF-Book"/>
            </a:endParaRP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FastAPI Documentation. fastapi.tiangolo.com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Docker Documentation. docs.docker.com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Kubernetes Documentation. kubernetes.io/docs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Evidently AI Documentation. docs.evidentlyai.com</a:t>
            </a:r>
          </a:p>
          <a:p>
            <a:r>
              <a:rPr sz="5000">
                <a:solidFill>
                  <a:srgbClr val="FFFFFF"/>
                </a:solidFill>
                <a:latin typeface="GothamHTF-Book"/>
              </a:rPr>
              <a:t>Stanford University HAI. (2023). AI Index Report 2023.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11168</TotalTime>
  <Words>1142</Words>
  <Application>Microsoft Macintosh PowerPoint</Application>
  <PresentationFormat>Personalizar</PresentationFormat>
  <Paragraphs>161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181</cp:revision>
  <dcterms:created xsi:type="dcterms:W3CDTF">2025-02-03T02:49:08Z</dcterms:created>
  <dcterms:modified xsi:type="dcterms:W3CDTF">2026-09-14T22:32:30Z</dcterms:modified>
</cp:coreProperties>
</file>