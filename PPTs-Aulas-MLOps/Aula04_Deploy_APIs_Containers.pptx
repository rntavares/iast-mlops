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1"/>
  </p:sldMasterIdLst>
  <p:notesMasterIdLst>
    <p:notesMasterId r:id="rId26"/>
  </p:notesMasterIdLst>
  <p:handoutMasterIdLst>
    <p:handoutMasterId r:id="rId27"/>
  </p:handoutMasterIdLst>
  <p:sldIdLst>
    <p:sldId id="619" r:id="rId2"/>
    <p:sldId id="599" r:id="rId3"/>
    <p:sldId id="600" r:id="rId4"/>
    <p:sldId id="602" r:id="rId5"/>
    <p:sldId id="604" r:id="rId6"/>
    <p:sldId id="610" r:id="rId7"/>
    <p:sldId id="583" r:id="rId8"/>
    <p:sldId id="621" r:id="rId9"/>
    <p:sldId id="606" r:id="rId10"/>
    <p:sldId id="608" r:id="rId11"/>
    <p:sldId id="611" r:id="rId12"/>
    <p:sldId id="612" r:id="rId13"/>
    <p:sldId id="613" r:id="rId14"/>
    <p:sldId id="614" r:id="rId15"/>
    <p:sldId id="622" r:id="rId16"/>
    <p:sldId id="623" r:id="rId17"/>
    <p:sldId id="618" r:id="rId18"/>
    <p:sldId id="609" r:id="rId19"/>
    <p:sldId id="615" r:id="rId20"/>
    <p:sldId id="616" r:id="rId21"/>
    <p:sldId id="603" r:id="rId22"/>
    <p:sldId id="617" r:id="rId23"/>
    <p:sldId id="605" r:id="rId24"/>
    <p:sldId id="607" r:id="rId25"/>
  </p:sldIdLst>
  <p:sldSz cx="18288000" cy="10287000"/>
  <p:notesSz cx="6858000" cy="9144000"/>
  <p:defaultTextStyle>
    <a:defPPr>
      <a:defRPr lang="en-US"/>
    </a:defPPr>
    <a:lvl1pPr marL="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sign" id="{FA98A53D-3835-46EC-8D56-4737810CF699}">
          <p14:sldIdLst>
            <p14:sldId id="619"/>
            <p14:sldId id="599"/>
            <p14:sldId id="600"/>
            <p14:sldId id="602"/>
            <p14:sldId id="604"/>
            <p14:sldId id="610"/>
            <p14:sldId id="583"/>
            <p14:sldId id="621"/>
            <p14:sldId id="606"/>
            <p14:sldId id="608"/>
            <p14:sldId id="611"/>
            <p14:sldId id="612"/>
            <p14:sldId id="613"/>
            <p14:sldId id="614"/>
            <p14:sldId id="622"/>
            <p14:sldId id="623"/>
            <p14:sldId id="618"/>
            <p14:sldId id="609"/>
            <p14:sldId id="615"/>
            <p14:sldId id="616"/>
            <p14:sldId id="603"/>
            <p14:sldId id="617"/>
            <p14:sldId id="605"/>
            <p14:sldId id="60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0F59"/>
    <a:srgbClr val="9A0D3B"/>
    <a:srgbClr val="0B1527"/>
    <a:srgbClr val="020407"/>
    <a:srgbClr val="0A1322"/>
    <a:srgbClr val="B00E43"/>
    <a:srgbClr val="F5F5F5"/>
    <a:srgbClr val="000000"/>
    <a:srgbClr val="1B1B1B"/>
    <a:srgbClr val="AF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43"/>
  </p:normalViewPr>
  <p:slideViewPr>
    <p:cSldViewPr snapToGrid="0">
      <p:cViewPr varScale="1">
        <p:scale>
          <a:sx n="76" d="100"/>
          <a:sy n="76" d="100"/>
        </p:scale>
        <p:origin x="74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62" d="100"/>
          <a:sy n="62" d="100"/>
        </p:scale>
        <p:origin x="2371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 Tavares" userId="b5f6855f0475f1c2" providerId="LiveId" clId="{628D8C17-BF8F-5867-8BEA-63D513C56F74}"/>
    <pc:docChg chg="undo custSel addSld delSld modSld modSection">
      <pc:chgData name="Rafael Tavares" userId="b5f6855f0475f1c2" providerId="LiveId" clId="{628D8C17-BF8F-5867-8BEA-63D513C56F74}" dt="2026-09-14T22:32:29.707" v="292" actId="167"/>
      <pc:docMkLst>
        <pc:docMk/>
      </pc:docMkLst>
      <pc:sldChg chg="add">
        <pc:chgData name="Rafael Tavares" userId="b5f6855f0475f1c2" providerId="LiveId" clId="{628D8C17-BF8F-5867-8BEA-63D513C56F74}" dt="2026-09-14T22:23:06.975" v="133"/>
        <pc:sldMkLst>
          <pc:docMk/>
          <pc:sldMk cId="528894037" sldId="583"/>
        </pc:sldMkLst>
      </pc:sldChg>
      <pc:sldChg chg="modSp del mod">
        <pc:chgData name="Rafael Tavares" userId="b5f6855f0475f1c2" providerId="LiveId" clId="{628D8C17-BF8F-5867-8BEA-63D513C56F74}" dt="2026-09-14T22:19:18.366" v="8" actId="2696"/>
        <pc:sldMkLst>
          <pc:docMk/>
          <pc:sldMk cId="0" sldId="598"/>
        </pc:sldMkLst>
        <pc:spChg chg="mod">
          <ac:chgData name="Rafael Tavares" userId="b5f6855f0475f1c2" providerId="LiveId" clId="{628D8C17-BF8F-5867-8BEA-63D513C56F74}" dt="2026-09-14T22:18:51.807" v="2" actId="1076"/>
          <ac:spMkLst>
            <pc:docMk/>
            <pc:sldMk cId="0" sldId="598"/>
            <ac:spMk id="23" creationId="{E1393904-2F84-3C8E-54C6-3DA558657CC3}"/>
          </ac:spMkLst>
        </pc:spChg>
      </pc:sldChg>
      <pc:sldChg chg="modSp mod">
        <pc:chgData name="Rafael Tavares" userId="b5f6855f0475f1c2" providerId="LiveId" clId="{628D8C17-BF8F-5867-8BEA-63D513C56F74}" dt="2026-09-14T22:19:34.887" v="16" actId="14100"/>
        <pc:sldMkLst>
          <pc:docMk/>
          <pc:sldMk cId="0" sldId="599"/>
        </pc:sldMkLst>
        <pc:spChg chg="mod">
          <ac:chgData name="Rafael Tavares" userId="b5f6855f0475f1c2" providerId="LiveId" clId="{628D8C17-BF8F-5867-8BEA-63D513C56F74}" dt="2026-09-14T22:19:22.342" v="10" actId="20577"/>
          <ac:spMkLst>
            <pc:docMk/>
            <pc:sldMk cId="0" sldId="599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9:34.887" v="16" actId="14100"/>
          <ac:spMkLst>
            <pc:docMk/>
            <pc:sldMk cId="0" sldId="599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0:27.644" v="53" actId="12"/>
        <pc:sldMkLst>
          <pc:docMk/>
          <pc:sldMk cId="0" sldId="600"/>
        </pc:sldMkLst>
        <pc:spChg chg="mod">
          <ac:chgData name="Rafael Tavares" userId="b5f6855f0475f1c2" providerId="LiveId" clId="{628D8C17-BF8F-5867-8BEA-63D513C56F74}" dt="2026-09-14T22:19:39.067" v="18" actId="20577"/>
          <ac:spMkLst>
            <pc:docMk/>
            <pc:sldMk cId="0" sldId="600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0:27.644" v="53" actId="12"/>
          <ac:spMkLst>
            <pc:docMk/>
            <pc:sldMk cId="0" sldId="600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1:29.554" v="95" actId="20577"/>
        <pc:sldMkLst>
          <pc:docMk/>
          <pc:sldMk cId="0" sldId="602"/>
        </pc:sldMkLst>
        <pc:spChg chg="mod">
          <ac:chgData name="Rafael Tavares" userId="b5f6855f0475f1c2" providerId="LiveId" clId="{628D8C17-BF8F-5867-8BEA-63D513C56F74}" dt="2026-09-14T22:20:30.892" v="55" actId="20577"/>
          <ac:spMkLst>
            <pc:docMk/>
            <pc:sldMk cId="0" sldId="602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1:29.554" v="95" actId="20577"/>
          <ac:spMkLst>
            <pc:docMk/>
            <pc:sldMk cId="0" sldId="602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2:27.085" v="125" actId="20577"/>
        <pc:sldMkLst>
          <pc:docMk/>
          <pc:sldMk cId="0" sldId="604"/>
        </pc:sldMkLst>
        <pc:spChg chg="mod">
          <ac:chgData name="Rafael Tavares" userId="b5f6855f0475f1c2" providerId="LiveId" clId="{628D8C17-BF8F-5867-8BEA-63D513C56F74}" dt="2026-09-14T22:21:38.018" v="97" actId="20577"/>
          <ac:spMkLst>
            <pc:docMk/>
            <pc:sldMk cId="0" sldId="604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2:27.085" v="125" actId="20577"/>
          <ac:spMkLst>
            <pc:docMk/>
            <pc:sldMk cId="0" sldId="604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4:05.561" v="141" actId="1076"/>
        <pc:sldMkLst>
          <pc:docMk/>
          <pc:sldMk cId="0" sldId="606"/>
        </pc:sldMkLst>
        <pc:spChg chg="mod">
          <ac:chgData name="Rafael Tavares" userId="b5f6855f0475f1c2" providerId="LiveId" clId="{628D8C17-BF8F-5867-8BEA-63D513C56F74}" dt="2026-09-14T22:24:05.561" v="141" actId="1076"/>
          <ac:spMkLst>
            <pc:docMk/>
            <pc:sldMk cId="0" sldId="606"/>
            <ac:spMk id="6" creationId="{B38009B7-BA93-1326-DE2C-5504A83D37E8}"/>
          </ac:spMkLst>
        </pc:spChg>
      </pc:sldChg>
      <pc:sldChg chg="modSp mod">
        <pc:chgData name="Rafael Tavares" userId="b5f6855f0475f1c2" providerId="LiveId" clId="{628D8C17-BF8F-5867-8BEA-63D513C56F74}" dt="2026-09-14T22:24:34.541" v="160" actId="20577"/>
        <pc:sldMkLst>
          <pc:docMk/>
          <pc:sldMk cId="0" sldId="608"/>
        </pc:sldMkLst>
        <pc:spChg chg="mod">
          <ac:chgData name="Rafael Tavares" userId="b5f6855f0475f1c2" providerId="LiveId" clId="{628D8C17-BF8F-5867-8BEA-63D513C56F74}" dt="2026-09-14T22:24:08.604" v="143" actId="20577"/>
          <ac:spMkLst>
            <pc:docMk/>
            <pc:sldMk cId="0" sldId="608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4:34.541" v="160" actId="20577"/>
          <ac:spMkLst>
            <pc:docMk/>
            <pc:sldMk cId="0" sldId="608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7:44.573" v="235" actId="12"/>
        <pc:sldMkLst>
          <pc:docMk/>
          <pc:sldMk cId="0" sldId="609"/>
        </pc:sldMkLst>
        <pc:spChg chg="mod">
          <ac:chgData name="Rafael Tavares" userId="b5f6855f0475f1c2" providerId="LiveId" clId="{628D8C17-BF8F-5867-8BEA-63D513C56F74}" dt="2026-09-14T22:27:35.278" v="231" actId="20577"/>
          <ac:spMkLst>
            <pc:docMk/>
            <pc:sldMk cId="0" sldId="609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7:44.573" v="235" actId="12"/>
          <ac:spMkLst>
            <pc:docMk/>
            <pc:sldMk cId="0" sldId="609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2:44.533" v="132" actId="1076"/>
        <pc:sldMkLst>
          <pc:docMk/>
          <pc:sldMk cId="0" sldId="610"/>
        </pc:sldMkLst>
        <pc:spChg chg="mod">
          <ac:chgData name="Rafael Tavares" userId="b5f6855f0475f1c2" providerId="LiveId" clId="{628D8C17-BF8F-5867-8BEA-63D513C56F74}" dt="2026-09-14T22:22:34.901" v="128" actId="14100"/>
          <ac:spMkLst>
            <pc:docMk/>
            <pc:sldMk cId="0" sldId="610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2:44.533" v="132" actId="1076"/>
          <ac:spMkLst>
            <pc:docMk/>
            <pc:sldMk cId="0" sldId="610"/>
            <ac:spMk id="3" creationId="{4C8F2873-D8A0-9261-5722-9D672D42D3A2}"/>
          </ac:spMkLst>
        </pc:spChg>
        <pc:spChg chg="mod">
          <ac:chgData name="Rafael Tavares" userId="b5f6855f0475f1c2" providerId="LiveId" clId="{628D8C17-BF8F-5867-8BEA-63D513C56F74}" dt="2026-09-14T22:22:37.503" v="129" actId="1076"/>
          <ac:spMkLst>
            <pc:docMk/>
            <pc:sldMk cId="0" sldId="610"/>
            <ac:spMk id="7" creationId="{F2E99D1F-DC37-4930-DF04-982637EB97EF}"/>
          </ac:spMkLst>
        </pc:spChg>
      </pc:sldChg>
      <pc:sldChg chg="modSp mod">
        <pc:chgData name="Rafael Tavares" userId="b5f6855f0475f1c2" providerId="LiveId" clId="{628D8C17-BF8F-5867-8BEA-63D513C56F74}" dt="2026-09-14T22:25:21.240" v="186" actId="12"/>
        <pc:sldMkLst>
          <pc:docMk/>
          <pc:sldMk cId="0" sldId="611"/>
        </pc:sldMkLst>
        <pc:spChg chg="mod">
          <ac:chgData name="Rafael Tavares" userId="b5f6855f0475f1c2" providerId="LiveId" clId="{628D8C17-BF8F-5867-8BEA-63D513C56F74}" dt="2026-09-14T22:24:48.225" v="169" actId="20577"/>
          <ac:spMkLst>
            <pc:docMk/>
            <pc:sldMk cId="0" sldId="611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5:21.240" v="186" actId="12"/>
          <ac:spMkLst>
            <pc:docMk/>
            <pc:sldMk cId="0" sldId="611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5:55.416" v="205" actId="12"/>
        <pc:sldMkLst>
          <pc:docMk/>
          <pc:sldMk cId="0" sldId="612"/>
        </pc:sldMkLst>
        <pc:spChg chg="mod">
          <ac:chgData name="Rafael Tavares" userId="b5f6855f0475f1c2" providerId="LiveId" clId="{628D8C17-BF8F-5867-8BEA-63D513C56F74}" dt="2026-09-14T22:25:29.943" v="189" actId="14100"/>
          <ac:spMkLst>
            <pc:docMk/>
            <pc:sldMk cId="0" sldId="612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5:55.416" v="205" actId="12"/>
          <ac:spMkLst>
            <pc:docMk/>
            <pc:sldMk cId="0" sldId="612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6:13.605" v="211" actId="12"/>
        <pc:sldMkLst>
          <pc:docMk/>
          <pc:sldMk cId="0" sldId="613"/>
        </pc:sldMkLst>
        <pc:spChg chg="mod">
          <ac:chgData name="Rafael Tavares" userId="b5f6855f0475f1c2" providerId="LiveId" clId="{628D8C17-BF8F-5867-8BEA-63D513C56F74}" dt="2026-09-14T22:26:13.605" v="211" actId="12"/>
          <ac:spMkLst>
            <pc:docMk/>
            <pc:sldMk cId="0" sldId="613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6:25.741" v="216" actId="1076"/>
        <pc:sldMkLst>
          <pc:docMk/>
          <pc:sldMk cId="0" sldId="614"/>
        </pc:sldMkLst>
        <pc:spChg chg="mod">
          <ac:chgData name="Rafael Tavares" userId="b5f6855f0475f1c2" providerId="LiveId" clId="{628D8C17-BF8F-5867-8BEA-63D513C56F74}" dt="2026-09-14T22:26:17.491" v="213" actId="20577"/>
          <ac:spMkLst>
            <pc:docMk/>
            <pc:sldMk cId="0" sldId="614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6:25.741" v="216" actId="1076"/>
          <ac:spMkLst>
            <pc:docMk/>
            <pc:sldMk cId="0" sldId="614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8:28.947" v="267" actId="12"/>
        <pc:sldMkLst>
          <pc:docMk/>
          <pc:sldMk cId="0" sldId="615"/>
        </pc:sldMkLst>
        <pc:spChg chg="mod">
          <ac:chgData name="Rafael Tavares" userId="b5f6855f0475f1c2" providerId="LiveId" clId="{628D8C17-BF8F-5867-8BEA-63D513C56F74}" dt="2026-09-14T22:27:48.301" v="237" actId="20577"/>
          <ac:spMkLst>
            <pc:docMk/>
            <pc:sldMk cId="0" sldId="615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8:28.947" v="267" actId="12"/>
          <ac:spMkLst>
            <pc:docMk/>
            <pc:sldMk cId="0" sldId="615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8:48.240" v="277" actId="14100"/>
        <pc:sldMkLst>
          <pc:docMk/>
          <pc:sldMk cId="0" sldId="616"/>
        </pc:sldMkLst>
        <pc:spChg chg="mod">
          <ac:chgData name="Rafael Tavares" userId="b5f6855f0475f1c2" providerId="LiveId" clId="{628D8C17-BF8F-5867-8BEA-63D513C56F74}" dt="2026-09-14T22:28:33.644" v="269" actId="20577"/>
          <ac:spMkLst>
            <pc:docMk/>
            <pc:sldMk cId="0" sldId="616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8:48.240" v="277" actId="14100"/>
          <ac:spMkLst>
            <pc:docMk/>
            <pc:sldMk cId="0" sldId="616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9:01.135" v="283" actId="1076"/>
        <pc:sldMkLst>
          <pc:docMk/>
          <pc:sldMk cId="0" sldId="617"/>
        </pc:sldMkLst>
        <pc:spChg chg="mod">
          <ac:chgData name="Rafael Tavares" userId="b5f6855f0475f1c2" providerId="LiveId" clId="{628D8C17-BF8F-5867-8BEA-63D513C56F74}" dt="2026-09-14T22:28:54.219" v="280" actId="14100"/>
          <ac:spMkLst>
            <pc:docMk/>
            <pc:sldMk cId="0" sldId="617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9:01.135" v="283" actId="1076"/>
          <ac:spMkLst>
            <pc:docMk/>
            <pc:sldMk cId="0" sldId="617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7:32.256" v="229" actId="1076"/>
        <pc:sldMkLst>
          <pc:docMk/>
          <pc:sldMk cId="0" sldId="618"/>
        </pc:sldMkLst>
        <pc:spChg chg="mod">
          <ac:chgData name="Rafael Tavares" userId="b5f6855f0475f1c2" providerId="LiveId" clId="{628D8C17-BF8F-5867-8BEA-63D513C56F74}" dt="2026-09-14T22:27:32.256" v="229" actId="1076"/>
          <ac:spMkLst>
            <pc:docMk/>
            <pc:sldMk cId="0" sldId="618"/>
            <ac:spMk id="6" creationId="{B38009B7-BA93-1326-DE2C-5504A83D37E8}"/>
          </ac:spMkLst>
        </pc:spChg>
      </pc:sldChg>
      <pc:sldChg chg="addSp delSp modSp add mod">
        <pc:chgData name="Rafael Tavares" userId="b5f6855f0475f1c2" providerId="LiveId" clId="{628D8C17-BF8F-5867-8BEA-63D513C56F74}" dt="2026-09-14T22:32:12.157" v="286" actId="167"/>
        <pc:sldMkLst>
          <pc:docMk/>
          <pc:sldMk cId="0" sldId="619"/>
        </pc:sldMkLst>
        <pc:spChg chg="mod">
          <ac:chgData name="Rafael Tavares" userId="b5f6855f0475f1c2" providerId="LiveId" clId="{628D8C17-BF8F-5867-8BEA-63D513C56F74}" dt="2026-09-14T22:19:15.685" v="7" actId="20577"/>
          <ac:spMkLst>
            <pc:docMk/>
            <pc:sldMk cId="0" sldId="619"/>
            <ac:spMk id="5" creationId="{7C944C54-F5DD-F9AC-0A8F-6AF18AE70A12}"/>
          </ac:spMkLst>
        </pc:spChg>
        <pc:spChg chg="del">
          <ac:chgData name="Rafael Tavares" userId="b5f6855f0475f1c2" providerId="LiveId" clId="{628D8C17-BF8F-5867-8BEA-63D513C56F74}" dt="2026-09-14T22:32:09.146" v="284" actId="478"/>
          <ac:spMkLst>
            <pc:docMk/>
            <pc:sldMk cId="0" sldId="619"/>
            <ac:spMk id="10" creationId="{CAE228C2-09A6-6FDF-071F-2EEC7712B63D}"/>
          </ac:spMkLst>
        </pc:spChg>
        <pc:picChg chg="add mod">
          <ac:chgData name="Rafael Tavares" userId="b5f6855f0475f1c2" providerId="LiveId" clId="{628D8C17-BF8F-5867-8BEA-63D513C56F74}" dt="2026-09-14T22:32:12.157" v="286" actId="167"/>
          <ac:picMkLst>
            <pc:docMk/>
            <pc:sldMk cId="0" sldId="619"/>
            <ac:picMk id="2" creationId="{01500E51-C1CE-5FAA-2445-AED5CEE2E0C4}"/>
          </ac:picMkLst>
        </pc:picChg>
      </pc:sldChg>
      <pc:sldChg chg="addSp delSp modSp add mod">
        <pc:chgData name="Rafael Tavares" userId="b5f6855f0475f1c2" providerId="LiveId" clId="{628D8C17-BF8F-5867-8BEA-63D513C56F74}" dt="2026-09-14T22:32:18.946" v="289" actId="167"/>
        <pc:sldMkLst>
          <pc:docMk/>
          <pc:sldMk cId="979070405" sldId="621"/>
        </pc:sldMkLst>
        <pc:spChg chg="mod">
          <ac:chgData name="Rafael Tavares" userId="b5f6855f0475f1c2" providerId="LiveId" clId="{628D8C17-BF8F-5867-8BEA-63D513C56F74}" dt="2026-09-14T22:27:14.782" v="224" actId="20577"/>
          <ac:spMkLst>
            <pc:docMk/>
            <pc:sldMk cId="979070405" sldId="621"/>
            <ac:spMk id="5" creationId="{DCB3C989-79C1-F29F-8448-058CD89700A4}"/>
          </ac:spMkLst>
        </pc:spChg>
        <pc:spChg chg="del">
          <ac:chgData name="Rafael Tavares" userId="b5f6855f0475f1c2" providerId="LiveId" clId="{628D8C17-BF8F-5867-8BEA-63D513C56F74}" dt="2026-09-14T22:32:16.222" v="287" actId="478"/>
          <ac:spMkLst>
            <pc:docMk/>
            <pc:sldMk cId="979070405" sldId="621"/>
            <ac:spMk id="10" creationId="{60901D69-D69F-940C-886C-8C40ED5CB18F}"/>
          </ac:spMkLst>
        </pc:spChg>
        <pc:picChg chg="add mod">
          <ac:chgData name="Rafael Tavares" userId="b5f6855f0475f1c2" providerId="LiveId" clId="{628D8C17-BF8F-5867-8BEA-63D513C56F74}" dt="2026-09-14T22:32:18.946" v="289" actId="167"/>
          <ac:picMkLst>
            <pc:docMk/>
            <pc:sldMk cId="979070405" sldId="621"/>
            <ac:picMk id="2" creationId="{B4F1A725-77BC-62A4-4908-D4EEE1F4DC73}"/>
          </ac:picMkLst>
        </pc:picChg>
      </pc:sldChg>
      <pc:sldChg chg="add">
        <pc:chgData name="Rafael Tavares" userId="b5f6855f0475f1c2" providerId="LiveId" clId="{628D8C17-BF8F-5867-8BEA-63D513C56F74}" dt="2026-09-14T22:26:37.477" v="217"/>
        <pc:sldMkLst>
          <pc:docMk/>
          <pc:sldMk cId="1880195809" sldId="622"/>
        </pc:sldMkLst>
      </pc:sldChg>
      <pc:sldChg chg="addSp delSp modSp add mod">
        <pc:chgData name="Rafael Tavares" userId="b5f6855f0475f1c2" providerId="LiveId" clId="{628D8C17-BF8F-5867-8BEA-63D513C56F74}" dt="2026-09-14T22:32:29.707" v="292" actId="167"/>
        <pc:sldMkLst>
          <pc:docMk/>
          <pc:sldMk cId="1608747051" sldId="623"/>
        </pc:sldMkLst>
        <pc:spChg chg="mod">
          <ac:chgData name="Rafael Tavares" userId="b5f6855f0475f1c2" providerId="LiveId" clId="{628D8C17-BF8F-5867-8BEA-63D513C56F74}" dt="2026-09-14T22:26:57.691" v="222" actId="20577"/>
          <ac:spMkLst>
            <pc:docMk/>
            <pc:sldMk cId="1608747051" sldId="623"/>
            <ac:spMk id="5" creationId="{053883BF-4511-C29A-B680-4978B62E341A}"/>
          </ac:spMkLst>
        </pc:spChg>
        <pc:spChg chg="del">
          <ac:chgData name="Rafael Tavares" userId="b5f6855f0475f1c2" providerId="LiveId" clId="{628D8C17-BF8F-5867-8BEA-63D513C56F74}" dt="2026-09-14T22:32:24.550" v="290" actId="478"/>
          <ac:spMkLst>
            <pc:docMk/>
            <pc:sldMk cId="1608747051" sldId="623"/>
            <ac:spMk id="10" creationId="{289CE285-5C29-295D-82E9-6F2B739EF34F}"/>
          </ac:spMkLst>
        </pc:spChg>
        <pc:picChg chg="add mod">
          <ac:chgData name="Rafael Tavares" userId="b5f6855f0475f1c2" providerId="LiveId" clId="{628D8C17-BF8F-5867-8BEA-63D513C56F74}" dt="2026-09-14T22:32:29.707" v="292" actId="167"/>
          <ac:picMkLst>
            <pc:docMk/>
            <pc:sldMk cId="1608747051" sldId="623"/>
            <ac:picMk id="2" creationId="{B37851A7-B1E1-B9C6-1A06-8AA4565C385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C84A51B-13BF-326B-C25F-00841825199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A7ADFD-2107-F4F5-8721-E28C913C71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F7EBC8-DF47-47B9-B7F5-2CB06F302988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21BBCB-86F2-4A50-D624-19C7618D022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AC57B-B3E0-2050-F9CD-39A219CDF8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542198-F140-41E7-A44A-C3C116473F6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0929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4D879-1A0A-D44F-8CAF-A6DE8D84D4FB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EDE089-5E0D-4F42-A2B3-B4BC8AEE8C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44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475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12AB3BF-55CE-FD5C-A188-D97E445D0B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72790" y="1"/>
            <a:ext cx="7415210" cy="10287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232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F7E0E76-1F36-C45D-5A5C-8AE14E9347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5163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F1E0921-40B9-D026-E88E-08C7AED8C41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9225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2FF481F-95A7-45CE-5E16-2F19F283303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333287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2902ACF7-F402-36DE-E2F2-1CBE6DB4A5B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1988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E6CD573-2023-79F2-8F18-E311E9EEC1D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96050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D12191E-70C8-DE83-0BED-8BC3D4CBB3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330112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98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103D3B0-6168-6964-0338-9C8AABA1F7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3111" y="3900869"/>
            <a:ext cx="8878824" cy="5724144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242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38725" y="2204295"/>
            <a:ext cx="3836988" cy="3826400"/>
          </a:xfrm>
          <a:custGeom>
            <a:avLst/>
            <a:gdLst>
              <a:gd name="connsiteX0" fmla="*/ 96364 w 1331913"/>
              <a:gd name="connsiteY0" fmla="*/ 0 h 1328238"/>
              <a:gd name="connsiteX1" fmla="*/ 1235549 w 1331913"/>
              <a:gd name="connsiteY1" fmla="*/ 0 h 1328238"/>
              <a:gd name="connsiteX2" fmla="*/ 1331913 w 1331913"/>
              <a:gd name="connsiteY2" fmla="*/ 96364 h 1328238"/>
              <a:gd name="connsiteX3" fmla="*/ 1331913 w 1331913"/>
              <a:gd name="connsiteY3" fmla="*/ 1231874 h 1328238"/>
              <a:gd name="connsiteX4" fmla="*/ 1235549 w 1331913"/>
              <a:gd name="connsiteY4" fmla="*/ 1328238 h 1328238"/>
              <a:gd name="connsiteX5" fmla="*/ 96364 w 1331913"/>
              <a:gd name="connsiteY5" fmla="*/ 1328238 h 1328238"/>
              <a:gd name="connsiteX6" fmla="*/ 0 w 1331913"/>
              <a:gd name="connsiteY6" fmla="*/ 1231874 h 1328238"/>
              <a:gd name="connsiteX7" fmla="*/ 0 w 1331913"/>
              <a:gd name="connsiteY7" fmla="*/ 96364 h 1328238"/>
              <a:gd name="connsiteX8" fmla="*/ 96364 w 1331913"/>
              <a:gd name="connsiteY8" fmla="*/ 0 h 1328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31913" h="1328238">
                <a:moveTo>
                  <a:pt x="96364" y="0"/>
                </a:moveTo>
                <a:lnTo>
                  <a:pt x="1235549" y="0"/>
                </a:lnTo>
                <a:cubicBezTo>
                  <a:pt x="1288769" y="0"/>
                  <a:pt x="1331913" y="43144"/>
                  <a:pt x="1331913" y="96364"/>
                </a:cubicBezTo>
                <a:lnTo>
                  <a:pt x="1331913" y="1231874"/>
                </a:lnTo>
                <a:cubicBezTo>
                  <a:pt x="1331913" y="1285094"/>
                  <a:pt x="1288769" y="1328238"/>
                  <a:pt x="1235549" y="1328238"/>
                </a:cubicBezTo>
                <a:lnTo>
                  <a:pt x="96364" y="1328238"/>
                </a:lnTo>
                <a:cubicBezTo>
                  <a:pt x="43144" y="1328238"/>
                  <a:pt x="0" y="1285094"/>
                  <a:pt x="0" y="1231874"/>
                </a:cubicBezTo>
                <a:lnTo>
                  <a:pt x="0" y="96364"/>
                </a:lnTo>
                <a:cubicBezTo>
                  <a:pt x="0" y="43144"/>
                  <a:pt x="43144" y="0"/>
                  <a:pt x="96364" y="0"/>
                </a:cubicBez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390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81400" y="3423713"/>
            <a:ext cx="3836988" cy="3826400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18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10B1B8F-A07F-BC7C-86B2-4D90D8EE1D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407525" y="661988"/>
            <a:ext cx="8211312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C2D63ACF-810C-81D6-0A2C-B2CCA0FA3FE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3781885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235726A-0694-7443-C283-B589A53819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7529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47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10999856-B4C6-88C9-C70C-9F9B9F0FD6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4369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166CCDDF-7DF3-63E1-B4CE-FDE335EEA1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34441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42AD98E8-87A6-3FA0-1F41-9BC038A33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8796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9DD10A45-9215-6907-5778-FE32AE4E35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783153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5323B5D6-0438-18B5-EC5B-118829A125A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4368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264065C-1ABC-29A9-732A-0C25683F22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038725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33D9C92B-8244-A0CA-A645-F1078A33947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61670" y="7265714"/>
            <a:ext cx="3840480" cy="3472624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5A14A5BE-2991-0A38-994F-2E74383821C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5233" y="-422032"/>
            <a:ext cx="3840480" cy="1605029"/>
          </a:xfrm>
          <a:prstGeom prst="roundRect">
            <a:avLst>
              <a:gd name="adj" fmla="val 8216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7F2A06A-3F5E-A2A1-DD0C-352D495596B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1670" y="-422032"/>
            <a:ext cx="3840480" cy="3636966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7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1F275329-C137-4654-AB01-9BEF2A4F99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0DC88D9-648B-4CE8-8B27-980F44B5EB1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863230" y="4297691"/>
            <a:ext cx="3424770" cy="4190094"/>
          </a:xfrm>
          <a:custGeom>
            <a:avLst/>
            <a:gdLst>
              <a:gd name="connsiteX0" fmla="*/ 698349 w 2283180"/>
              <a:gd name="connsiteY0" fmla="*/ 0 h 2793396"/>
              <a:gd name="connsiteX1" fmla="*/ 2283180 w 2283180"/>
              <a:gd name="connsiteY1" fmla="*/ 0 h 2793396"/>
              <a:gd name="connsiteX2" fmla="*/ 2283180 w 2283180"/>
              <a:gd name="connsiteY2" fmla="*/ 2793396 h 2793396"/>
              <a:gd name="connsiteX3" fmla="*/ 0 w 2283180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3180" h="2793396">
                <a:moveTo>
                  <a:pt x="698349" y="0"/>
                </a:moveTo>
                <a:lnTo>
                  <a:pt x="2283180" y="0"/>
                </a:lnTo>
                <a:lnTo>
                  <a:pt x="2283180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ABC970B-89F4-46AC-AA98-F84A4B7DEA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52531" y="4297691"/>
            <a:ext cx="5433426" cy="4190094"/>
          </a:xfrm>
          <a:custGeom>
            <a:avLst/>
            <a:gdLst>
              <a:gd name="connsiteX0" fmla="*/ 698349 w 3622284"/>
              <a:gd name="connsiteY0" fmla="*/ 0 h 2793396"/>
              <a:gd name="connsiteX1" fmla="*/ 3622284 w 3622284"/>
              <a:gd name="connsiteY1" fmla="*/ 0 h 2793396"/>
              <a:gd name="connsiteX2" fmla="*/ 2923935 w 3622284"/>
              <a:gd name="connsiteY2" fmla="*/ 2793396 h 2793396"/>
              <a:gd name="connsiteX3" fmla="*/ 0 w 3622284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284" h="2793396">
                <a:moveTo>
                  <a:pt x="698349" y="0"/>
                </a:moveTo>
                <a:lnTo>
                  <a:pt x="3622284" y="0"/>
                </a:lnTo>
                <a:lnTo>
                  <a:pt x="2923935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63511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11EA3894-937B-4CA3-8E14-6FF6285176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79354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5A26F2-CB99-8D3F-CEF9-61A4C6B7D8C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26830" y="2316479"/>
            <a:ext cx="3556635" cy="6167259"/>
          </a:xfrm>
          <a:custGeom>
            <a:avLst/>
            <a:gdLst>
              <a:gd name="connsiteX0" fmla="*/ 0 w 2371090"/>
              <a:gd name="connsiteY0" fmla="*/ 0 h 4111506"/>
              <a:gd name="connsiteX1" fmla="*/ 2371090 w 2371090"/>
              <a:gd name="connsiteY1" fmla="*/ 0 h 4111506"/>
              <a:gd name="connsiteX2" fmla="*/ 2371090 w 2371090"/>
              <a:gd name="connsiteY2" fmla="*/ 4111506 h 4111506"/>
              <a:gd name="connsiteX3" fmla="*/ 927428 w 2371090"/>
              <a:gd name="connsiteY3" fmla="*/ 4111506 h 4111506"/>
              <a:gd name="connsiteX4" fmla="*/ 0 w 2371090"/>
              <a:gd name="connsiteY4" fmla="*/ 3184078 h 4111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4111506">
                <a:moveTo>
                  <a:pt x="0" y="0"/>
                </a:moveTo>
                <a:lnTo>
                  <a:pt x="2371090" y="0"/>
                </a:lnTo>
                <a:lnTo>
                  <a:pt x="2371090" y="4111506"/>
                </a:lnTo>
                <a:lnTo>
                  <a:pt x="927428" y="4111506"/>
                </a:lnTo>
                <a:lnTo>
                  <a:pt x="0" y="318407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911627F-9C3A-8C6C-F7C6-CA1CC2650EE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607290" y="1813412"/>
            <a:ext cx="3556635" cy="4201152"/>
          </a:xfrm>
          <a:custGeom>
            <a:avLst/>
            <a:gdLst>
              <a:gd name="connsiteX0" fmla="*/ 0 w 2371090"/>
              <a:gd name="connsiteY0" fmla="*/ 0 h 2800768"/>
              <a:gd name="connsiteX1" fmla="*/ 1321740 w 2371090"/>
              <a:gd name="connsiteY1" fmla="*/ 0 h 2800768"/>
              <a:gd name="connsiteX2" fmla="*/ 2371090 w 2371090"/>
              <a:gd name="connsiteY2" fmla="*/ 1049350 h 2800768"/>
              <a:gd name="connsiteX3" fmla="*/ 2371090 w 2371090"/>
              <a:gd name="connsiteY3" fmla="*/ 2800768 h 2800768"/>
              <a:gd name="connsiteX4" fmla="*/ 0 w 2371090"/>
              <a:gd name="connsiteY4" fmla="*/ 2800768 h 2800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2800768">
                <a:moveTo>
                  <a:pt x="0" y="0"/>
                </a:moveTo>
                <a:lnTo>
                  <a:pt x="1321740" y="0"/>
                </a:lnTo>
                <a:lnTo>
                  <a:pt x="2371090" y="1049350"/>
                </a:lnTo>
                <a:lnTo>
                  <a:pt x="2371090" y="2800768"/>
                </a:lnTo>
                <a:lnTo>
                  <a:pt x="0" y="280076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98713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75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12" r:id="rId2"/>
    <p:sldLayoutId id="2147483708" r:id="rId3"/>
    <p:sldLayoutId id="2147483718" r:id="rId4"/>
    <p:sldLayoutId id="2147483714" r:id="rId5"/>
    <p:sldLayoutId id="2147483722" r:id="rId6"/>
    <p:sldLayoutId id="2147483719" r:id="rId7"/>
    <p:sldLayoutId id="2147483720" r:id="rId8"/>
    <p:sldLayoutId id="2147483721" r:id="rId9"/>
    <p:sldLayoutId id="2147483727" r:id="rId10"/>
    <p:sldLayoutId id="2147483728" r:id="rId11"/>
    <p:sldLayoutId id="2147483734" r:id="rId12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2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2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2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7" userDrawn="1">
          <p15:clr>
            <a:srgbClr val="F26B43"/>
          </p15:clr>
        </p15:guide>
        <p15:guide id="2" orient="horz" pos="6063" userDrawn="1">
          <p15:clr>
            <a:srgbClr val="F26B43"/>
          </p15:clr>
        </p15:guide>
        <p15:guide id="3" pos="11102" userDrawn="1">
          <p15:clr>
            <a:srgbClr val="F26B43"/>
          </p15:clr>
        </p15:guide>
        <p15:guide id="4" pos="419" userDrawn="1">
          <p15:clr>
            <a:srgbClr val="F26B43"/>
          </p15:clr>
        </p15:guide>
        <p15:guide id="5" pos="1338" userDrawn="1">
          <p15:clr>
            <a:srgbClr val="F26B43"/>
          </p15:clr>
        </p15:guide>
        <p15:guide id="6" pos="998" userDrawn="1">
          <p15:clr>
            <a:srgbClr val="F26B43"/>
          </p15:clr>
        </p15:guide>
        <p15:guide id="7" pos="1916" userDrawn="1">
          <p15:clr>
            <a:srgbClr val="F26B43"/>
          </p15:clr>
        </p15:guide>
        <p15:guide id="8" pos="2256" userDrawn="1">
          <p15:clr>
            <a:srgbClr val="F26B43"/>
          </p15:clr>
        </p15:guide>
        <p15:guide id="9" pos="2835" userDrawn="1">
          <p15:clr>
            <a:srgbClr val="F26B43"/>
          </p15:clr>
        </p15:guide>
        <p15:guide id="10" pos="3174" userDrawn="1">
          <p15:clr>
            <a:srgbClr val="F26B43"/>
          </p15:clr>
        </p15:guide>
        <p15:guide id="11" pos="3753" userDrawn="1">
          <p15:clr>
            <a:srgbClr val="F26B43"/>
          </p15:clr>
        </p15:guide>
        <p15:guide id="12" pos="4094" userDrawn="1">
          <p15:clr>
            <a:srgbClr val="F26B43"/>
          </p15:clr>
        </p15:guide>
        <p15:guide id="13" pos="4671" userDrawn="1">
          <p15:clr>
            <a:srgbClr val="F26B43"/>
          </p15:clr>
        </p15:guide>
        <p15:guide id="14" pos="5012" userDrawn="1">
          <p15:clr>
            <a:srgbClr val="F26B43"/>
          </p15:clr>
        </p15:guide>
        <p15:guide id="15" pos="5591" userDrawn="1">
          <p15:clr>
            <a:srgbClr val="F26B43"/>
          </p15:clr>
        </p15:guide>
        <p15:guide id="16" pos="5930" userDrawn="1">
          <p15:clr>
            <a:srgbClr val="F26B43"/>
          </p15:clr>
        </p15:guide>
        <p15:guide id="17" pos="6509" userDrawn="1">
          <p15:clr>
            <a:srgbClr val="F26B43"/>
          </p15:clr>
        </p15:guide>
        <p15:guide id="18" pos="6849" userDrawn="1">
          <p15:clr>
            <a:srgbClr val="F26B43"/>
          </p15:clr>
        </p15:guide>
        <p15:guide id="19" pos="7427" userDrawn="1">
          <p15:clr>
            <a:srgbClr val="F26B43"/>
          </p15:clr>
        </p15:guide>
        <p15:guide id="20" pos="7767" userDrawn="1">
          <p15:clr>
            <a:srgbClr val="F26B43"/>
          </p15:clr>
        </p15:guide>
        <p15:guide id="21" pos="8346" userDrawn="1">
          <p15:clr>
            <a:srgbClr val="F26B43"/>
          </p15:clr>
        </p15:guide>
        <p15:guide id="22" pos="8685" userDrawn="1">
          <p15:clr>
            <a:srgbClr val="F26B43"/>
          </p15:clr>
        </p15:guide>
        <p15:guide id="23" pos="9264" userDrawn="1">
          <p15:clr>
            <a:srgbClr val="F26B43"/>
          </p15:clr>
        </p15:guide>
        <p15:guide id="24" pos="9605" userDrawn="1">
          <p15:clr>
            <a:srgbClr val="F26B43"/>
          </p15:clr>
        </p15:guide>
        <p15:guide id="25" pos="10182" userDrawn="1">
          <p15:clr>
            <a:srgbClr val="F26B43"/>
          </p15:clr>
        </p15:guide>
        <p15:guide id="26" pos="1052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ço Reservado para Imagem 3">
            <a:extLst>
              <a:ext uri="{FF2B5EF4-FFF2-40B4-BE49-F238E27FC236}">
                <a16:creationId xmlns:a16="http://schemas.microsoft.com/office/drawing/2014/main" id="{01500E51-C1CE-5FAA-2445-AED5CEE2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DD4931ED-0E58-118E-53C9-AB7C629DEBBC}"/>
              </a:ext>
            </a:extLst>
          </p:cNvPr>
          <p:cNvSpPr txBox="1"/>
          <p:nvPr/>
        </p:nvSpPr>
        <p:spPr>
          <a:xfrm>
            <a:off x="537147" y="2862314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 E DEPLOY DE MODELOS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7C944C54-F5DD-F9AC-0A8F-6AF18AE70A12}"/>
              </a:ext>
            </a:extLst>
          </p:cNvPr>
          <p:cNvSpPr txBox="1"/>
          <p:nvPr/>
        </p:nvSpPr>
        <p:spPr>
          <a:xfrm>
            <a:off x="537147" y="4033334"/>
            <a:ext cx="947073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600" dirty="0">
                <a:solidFill>
                  <a:schemeClr val="bg1"/>
                </a:solidFill>
                <a:latin typeface="GothamHTF-Book"/>
              </a:rPr>
              <a:t>APIS E CONTAINERS</a:t>
            </a: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01</a:t>
            </a: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1F51E7D1-438D-0F0C-C7F9-F2B5838EC299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1782393"/>
            <a:ext cx="162505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Um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preso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num .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pkl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nao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gera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valor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precisamos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API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Batch inference vs Real-time inference</a:t>
            </a: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FastAPI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o framework Python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preferido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Validacao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entrada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saida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Pydantic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FastAPI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Documentation.</a:t>
            </a: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fastapi.tiangolo.com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022211"/>
            <a:ext cx="156409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Batch Inference: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M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processa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grandes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volumes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periodicamente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ex: scoring de leads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diario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recomendac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õ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es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semanais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lat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alta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aceit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vel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Real-time (Online) Inference: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M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responde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individuais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tempo real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ex: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detecc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fraude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chatbots,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recomendacoes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vivo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L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at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baixa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obrigat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ó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ria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foco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desta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aula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PADROES DE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SERVING DE MODELOS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260007"/>
            <a:ext cx="156409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Por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FastAPI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Performance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baseado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Starlette/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Uvicorn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(ASGI)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Validacao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Pydantic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valida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entrada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í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da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Documentac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tica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Swagger UI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ReDoc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gerados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sozinhos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Async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nativo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alta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concorr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operac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õ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es ass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í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ncronas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Pydantic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guardi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da API: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garante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campos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obrigat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ó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rios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tipos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corretos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ranges v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lidos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FASTAPI: A ESCOLHA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MODERNA PARA 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381002" y="2060312"/>
            <a:ext cx="17161931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Estrutura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minima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API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arregar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inicializac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(nao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cada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o!)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D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efinir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PredictionInput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PredictionOutput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Pydantic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ndpoint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POST /predict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retorna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probabilidade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ndpoint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GET /health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verificac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disponibilidade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Ao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acessar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/docs,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FastAPI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gera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interface Swagger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interativa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visualizar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testar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endpoints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direto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navegador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.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ANATOMIA DE UMA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API DE PREDICAO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0" y="1793553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3" y="1585318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cd Labs_MLOps/Aula04_.../Parte1_API_com_FastAPI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python treinar_modelo_exemplo.py (gera o model.joblib)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uvicorn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main:app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--reload --port 8000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Aba Ports &gt; porta 8000 &gt; /docs e testar o POST /predict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Testar /health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confirmar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"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model_loaded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": true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543770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API DE PREDICAO COM FASTAPI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1FD36-5D66-780A-9344-14CD25EAB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894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8B90C-3AC6-2C3B-6E02-886AE2A0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ço Reservado para Imagem 3">
            <a:extLst>
              <a:ext uri="{FF2B5EF4-FFF2-40B4-BE49-F238E27FC236}">
                <a16:creationId xmlns:a16="http://schemas.microsoft.com/office/drawing/2014/main" id="{B4F1A725-77BC-62A4-4908-D4EEE1F4DC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76D0CE7B-691B-C739-193A-CE1AC4AC221B}"/>
              </a:ext>
            </a:extLst>
          </p:cNvPr>
          <p:cNvSpPr/>
          <p:nvPr/>
        </p:nvSpPr>
        <p:spPr>
          <a:xfrm rot="19791614">
            <a:off x="4632501" y="1701351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739240-2FC5-19A0-F9C4-6D6D74A680D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06BD5078-1EC7-2415-9E00-94869C7BE7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B5B5EA39-C9B1-00F6-F75D-3DF292B8CB6F}"/>
              </a:ext>
            </a:extLst>
          </p:cNvPr>
          <p:cNvSpPr txBox="1"/>
          <p:nvPr/>
        </p:nvSpPr>
        <p:spPr>
          <a:xfrm>
            <a:off x="537147" y="1133059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DCB3C989-79C1-F29F-8448-058CD89700A4}"/>
              </a:ext>
            </a:extLst>
          </p:cNvPr>
          <p:cNvSpPr txBox="1"/>
          <p:nvPr/>
        </p:nvSpPr>
        <p:spPr>
          <a:xfrm>
            <a:off x="537147" y="4033334"/>
            <a:ext cx="1458432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CONTAINERIZANDO COM DOCKER	</a:t>
            </a:r>
            <a:endParaRPr sz="6600" dirty="0">
              <a:solidFill>
                <a:schemeClr val="bg1"/>
              </a:solidFill>
              <a:latin typeface="GothamHTF-Book"/>
            </a:endParaRP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2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B769A7B4-EC6C-3E34-EB31-F02E42E00CD0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070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573136" y="1127999"/>
            <a:ext cx="12965444" cy="4678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 dirty="0">
                <a:latin typeface="GothamHTF-Book" pitchFamily="2" charset="0"/>
              </a:rPr>
              <a:t>CONTAINERIZANDO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COM DOCKER</a:t>
            </a: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3200" dirty="0">
                <a:solidFill>
                  <a:schemeClr val="bg1">
                    <a:lumMod val="8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Montserrat"/>
              </a:rPr>
              <a:t>Dockerfile otimizado, multi-stage build e Docker Compose para orquestrar API, cache e monitoramento juntos.</a:t>
            </a:r>
            <a:endParaRPr lang="en-US" sz="3200" dirty="0">
              <a:solidFill>
                <a:srgbClr val="D30F59"/>
              </a:solidFill>
              <a:latin typeface="GothamHTF-Book" pitchFamily="2" charset="0"/>
            </a:endParaRPr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310807"/>
            <a:ext cx="15911843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Dockerfile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otimizado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ML: multi-stage build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Boas pr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usu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nao-root, health checks, cache de depend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Docker Compose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servicos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compostos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(API + Redis + Prometheus)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Escalabilidade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r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é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plicas, load balancing e auto-scaling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Docker Documentation.</a:t>
            </a: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docs.docker.com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247306"/>
            <a:ext cx="15827176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Multi-stage build: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stagio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builder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instala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dependencias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estagio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final so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copia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N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ecessario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reduz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drasticamente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tamanho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final da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imagem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Boas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praticas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U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suario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nao-root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seguranca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useradd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+ USER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appuser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HEALTHCHECK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nativo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verificando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endpoint /health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ache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dependencias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separado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copia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codigo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--no-cache-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no pip para imagens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leves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DOCKERFILE</a:t>
            </a:r>
            <a:r>
              <a:rPr lang="pt-BR" sz="6000" dirty="0">
                <a:latin typeface="GothamHTF-Book"/>
              </a:rPr>
              <a:t>O</a:t>
            </a:r>
            <a:r>
              <a:rPr lang="pt-BR" sz="6000" dirty="0">
                <a:solidFill>
                  <a:srgbClr val="D30F59"/>
                </a:solidFill>
                <a:latin typeface="GothamHTF-Book"/>
              </a:rPr>
              <a:t> OT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IMIZADO PARA 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3" y="2429933"/>
            <a:ext cx="16470644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Em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um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raramente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opera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sozinho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API: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propriamente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dito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Redis: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ache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reduzir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latencia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repetidas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Prometheus: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oleta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continua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sistema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Grafana: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D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ashboards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visualizar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coletadas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4645565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DOCKER COMPOSE: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SERVICOS COMPOSTOS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802467"/>
            <a:ext cx="164537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Quando um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unico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container nao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suficiente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Replicas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horizontais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multiplas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instancias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mesmo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servico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Load Balancer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distribui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(round-robin, least-conn)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Auto-scaling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numero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replicas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ajusta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a carga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Probes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saude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Liveness Probe - "o container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vivo?"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reinicia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se nao)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Readiness Probe - "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pronto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trafego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?"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balanceador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Graceful Shutdown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finaliza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antes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encerrar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>
                <a:latin typeface="GothamHTF-Book"/>
              </a:rPr>
              <a:t>ESCALABILIDADE</a:t>
            </a:r>
          </a:p>
          <a:p>
            <a:endParaRPr sz="6000">
              <a:latin typeface="GothamHTF-Boo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1585318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docker build -t churn-api (Dockerfile multi-stage)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docker run e aguardar o status (healthy)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Subir um registry: docker run -d -p 5050:5000 registry:2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docker tag churn-api localhost:5050/churn-api:v1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docker push localhost:5050/churn-api:v1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Apagar a imagem local e rodar de novo, puxando do registry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DOCKER E REGISTRY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A0C0D-A782-51E9-A804-0E3F5DB81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FFC46699-B629-FF58-81E5-394F91F01D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F5923ABA-82CB-A741-BF0E-68B7A88E62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47659683-C32B-F466-7C0D-D77890F0EBDB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789C4059-ED70-8015-27AF-5A48893918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1958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C0E0-C74C-D96F-D519-683B17ED5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ço Reservado para Imagem 3">
            <a:extLst>
              <a:ext uri="{FF2B5EF4-FFF2-40B4-BE49-F238E27FC236}">
                <a16:creationId xmlns:a16="http://schemas.microsoft.com/office/drawing/2014/main" id="{B37851A7-B1E1-B9C6-1A06-8AA4565C38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543B6305-9FCB-5DBC-2341-47320F336BB9}"/>
              </a:ext>
            </a:extLst>
          </p:cNvPr>
          <p:cNvSpPr/>
          <p:nvPr/>
        </p:nvSpPr>
        <p:spPr>
          <a:xfrm rot="19791614">
            <a:off x="4632501" y="1701351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FFBA682A-C9F1-AA29-E166-5E299A5D75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26BE37CF-6836-6DE6-EEDF-7C03AEAC46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975C192-6148-8431-EC7C-D53889885AF3}"/>
              </a:ext>
            </a:extLst>
          </p:cNvPr>
          <p:cNvSpPr txBox="1"/>
          <p:nvPr/>
        </p:nvSpPr>
        <p:spPr>
          <a:xfrm>
            <a:off x="537147" y="1133059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053883BF-4511-C29A-B680-4978B62E341A}"/>
              </a:ext>
            </a:extLst>
          </p:cNvPr>
          <p:cNvSpPr txBox="1"/>
          <p:nvPr/>
        </p:nvSpPr>
        <p:spPr>
          <a:xfrm>
            <a:off x="537147" y="4033334"/>
            <a:ext cx="1458432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ESCALA E MONITORAMENTO	</a:t>
            </a:r>
            <a:endParaRPr sz="6600" dirty="0">
              <a:solidFill>
                <a:schemeClr val="bg1"/>
              </a:solidFill>
              <a:latin typeface="GothamHTF-Book"/>
            </a:endParaRP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3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1B5C7E57-9D04-D5F6-93C4-6E6D2E625C2A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747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506512" y="1431422"/>
            <a:ext cx="17274975" cy="4678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 dirty="0">
                <a:latin typeface="GothamHTF-Book" pitchFamily="2" charset="0"/>
              </a:rPr>
              <a:t>ESCALA E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MONITORAMENTO</a:t>
            </a: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3200" dirty="0">
                <a:solidFill>
                  <a:schemeClr val="bg1">
                    <a:lumMod val="8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Montserrat"/>
              </a:rPr>
              <a:t>Kubernetes, metricas essenciais e deteccao de drift em producao - os fundamentos para operar em escala.</a:t>
            </a:r>
            <a:endParaRPr lang="en-US" sz="3200" dirty="0">
              <a:solidFill>
                <a:srgbClr val="D30F59"/>
              </a:solidFill>
              <a:latin typeface="GothamHTF-Book" pitchFamily="2" charset="0"/>
            </a:endParaRPr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1413933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Introducao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 Kubernetes: Pod, Service, Deployment, HPA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Logging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estruturado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essenciais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producao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Input drift e prediction drift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Cases de mercado: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iFood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Nubank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Kubernetes Documentation.</a:t>
            </a: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kubernetes.io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/docs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429933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Pod: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M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enor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unidade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execut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vel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geralmente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1 container)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Service: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A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strac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de rede com load balancing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automatico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Deployment: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D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efine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desejado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r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é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plicas,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imagem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recursos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HPA (Horizontal Pod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Autoscaler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A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-scaling horizontal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baseado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m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é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uso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INTRODUCAO 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KUBERNETES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111112"/>
            <a:ext cx="14645565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Logging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estruturado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L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ogs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formato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JSON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permitem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analise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automatizada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essenciais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p50/p95/p99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latencia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comportamento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normal e outliers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throughput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segundo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Input Drift -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distribuicao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dos dados de entrada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mudou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Prediction Drift -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distribuicao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mudou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?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Ferramentas: Evidently AI,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WhyLabs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Arize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MONITORAMENTO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EM PRODUCAO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O NUBANK SERVE CENTENAS DE MODELOS EM PRODUCAO, RESPONDENDO EM MENOS DE 100MS POR TRANSACAO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O iFood usa FastAPI para servir modelos de recomendacao e precificacao -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cada busca dispara dezenas de modelos em paralelo como microsservicos em Kubernetes.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Ref: Stanford University HAI (2023). AI Index Report.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819849" y="1295400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docker compose up -d: 3 replicas da API + nginx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O balanceador so envia trafego para replicas healthy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Testar o balanceamento: python testar_balanceamento.py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Escalar: docker compose up -d --scale api=5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Derrubar uma replica e ver o servico continuar no ar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Porta 8080 publica no Codespaces: testar a URL em /docs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543770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ESCALANDO COM COMPOSE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REFERÊNCIAS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FastAPI Documentation. fastapi.tiangolo.com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Docker Documentation. docs.docker.com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Kubernetes Documentation. kubernetes.io/docs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Evidently AI Documentation. docs.evidentlyai.com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Stanford University HAI. (2023). AI Index Report 2023.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">
      <a:dk1>
        <a:sysClr val="windowText" lastClr="000000"/>
      </a:dk1>
      <a:lt1>
        <a:sysClr val="window" lastClr="FFFFFF"/>
      </a:lt1>
      <a:dk2>
        <a:srgbClr val="404040"/>
      </a:dk2>
      <a:lt2>
        <a:srgbClr val="F8F8F8"/>
      </a:lt2>
      <a:accent1>
        <a:srgbClr val="2770FF"/>
      </a:accent1>
      <a:accent2>
        <a:srgbClr val="202020"/>
      </a:accent2>
      <a:accent3>
        <a:srgbClr val="3E3E3E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ustom 3">
      <a:majorFont>
        <a:latin typeface="Inter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>
            <a:lumMod val="95000"/>
            <a:lumOff val="5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11168</TotalTime>
  <Words>1142</Words>
  <Application>Microsoft Macintosh PowerPoint</Application>
  <PresentationFormat>Personalizar</PresentationFormat>
  <Paragraphs>161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2" baseType="lpstr">
      <vt:lpstr>Arial</vt:lpstr>
      <vt:lpstr>Calibri</vt:lpstr>
      <vt:lpstr>Gotham HTF Book</vt:lpstr>
      <vt:lpstr>GothamHTF-Book</vt:lpstr>
      <vt:lpstr>Inter</vt:lpstr>
      <vt:lpstr>Open Sans</vt:lpstr>
      <vt:lpstr>Roboto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design studio moara</dc:creator>
  <cp:lastModifiedBy>Rafael Tavares</cp:lastModifiedBy>
  <cp:revision>181</cp:revision>
  <dcterms:created xsi:type="dcterms:W3CDTF">2025-02-03T02:49:08Z</dcterms:created>
  <dcterms:modified xsi:type="dcterms:W3CDTF">2026-09-14T22:32:30Z</dcterms:modified>
</cp:coreProperties>
</file>