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26"/>
  </p:notesMasterIdLst>
  <p:handoutMasterIdLst>
    <p:handoutMasterId r:id="rId27"/>
  </p:handoutMasterIdLst>
  <p:sldIdLst>
    <p:sldId id="623" r:id="rId2"/>
    <p:sldId id="619" r:id="rId3"/>
    <p:sldId id="600" r:id="rId4"/>
    <p:sldId id="602" r:id="rId5"/>
    <p:sldId id="603" r:id="rId6"/>
    <p:sldId id="604" r:id="rId7"/>
    <p:sldId id="583" r:id="rId8"/>
    <p:sldId id="621" r:id="rId9"/>
    <p:sldId id="606" r:id="rId10"/>
    <p:sldId id="608" r:id="rId11"/>
    <p:sldId id="610" r:id="rId12"/>
    <p:sldId id="611" r:id="rId13"/>
    <p:sldId id="612" r:id="rId14"/>
    <p:sldId id="613" r:id="rId15"/>
    <p:sldId id="620" r:id="rId16"/>
    <p:sldId id="622" r:id="rId17"/>
    <p:sldId id="618" r:id="rId18"/>
    <p:sldId id="609" r:id="rId19"/>
    <p:sldId id="614" r:id="rId20"/>
    <p:sldId id="615" r:id="rId21"/>
    <p:sldId id="617" r:id="rId22"/>
    <p:sldId id="616" r:id="rId23"/>
    <p:sldId id="605" r:id="rId24"/>
    <p:sldId id="607" r:id="rId25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FA98A53D-3835-46EC-8D56-4737810CF699}">
          <p14:sldIdLst>
            <p14:sldId id="623"/>
            <p14:sldId id="619"/>
            <p14:sldId id="600"/>
            <p14:sldId id="602"/>
            <p14:sldId id="603"/>
            <p14:sldId id="604"/>
            <p14:sldId id="583"/>
            <p14:sldId id="621"/>
            <p14:sldId id="606"/>
            <p14:sldId id="608"/>
            <p14:sldId id="610"/>
            <p14:sldId id="611"/>
            <p14:sldId id="612"/>
            <p14:sldId id="613"/>
            <p14:sldId id="620"/>
            <p14:sldId id="622"/>
            <p14:sldId id="618"/>
            <p14:sldId id="609"/>
            <p14:sldId id="614"/>
            <p14:sldId id="615"/>
            <p14:sldId id="617"/>
            <p14:sldId id="616"/>
            <p14:sldId id="605"/>
            <p14:sldId id="60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  <a:srgbClr val="9A0D3B"/>
    <a:srgbClr val="0B1527"/>
    <a:srgbClr val="020407"/>
    <a:srgbClr val="0A1322"/>
    <a:srgbClr val="B00E43"/>
    <a:srgbClr val="F5F5F5"/>
    <a:srgbClr val="000000"/>
    <a:srgbClr val="1B1B1B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4643"/>
  </p:normalViewPr>
  <p:slideViewPr>
    <p:cSldViewPr snapToGrid="0">
      <p:cViewPr varScale="1">
        <p:scale>
          <a:sx n="64" d="100"/>
          <a:sy n="64" d="100"/>
        </p:scale>
        <p:origin x="18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Tavares" userId="b5f6855f0475f1c2" providerId="LiveId" clId="{628D8C17-BF8F-5867-8BEA-63D513C56F74}"/>
    <pc:docChg chg="undo custSel addSld delSld modSld modSection">
      <pc:chgData name="Rafael Tavares" userId="b5f6855f0475f1c2" providerId="LiveId" clId="{628D8C17-BF8F-5867-8BEA-63D513C56F74}" dt="2026-09-14T22:31:22.677" v="248" actId="167"/>
      <pc:docMkLst>
        <pc:docMk/>
      </pc:docMkLst>
      <pc:sldChg chg="add">
        <pc:chgData name="Rafael Tavares" userId="b5f6855f0475f1c2" providerId="LiveId" clId="{628D8C17-BF8F-5867-8BEA-63D513C56F74}" dt="2026-09-14T21:58:29.254" v="51"/>
        <pc:sldMkLst>
          <pc:docMk/>
          <pc:sldMk cId="528894037" sldId="583"/>
        </pc:sldMkLst>
      </pc:sldChg>
      <pc:sldChg chg="del">
        <pc:chgData name="Rafael Tavares" userId="b5f6855f0475f1c2" providerId="LiveId" clId="{628D8C17-BF8F-5867-8BEA-63D513C56F74}" dt="2026-09-14T21:51:30.331" v="8" actId="2696"/>
        <pc:sldMkLst>
          <pc:docMk/>
          <pc:sldMk cId="0" sldId="598"/>
        </pc:sldMkLst>
      </pc:sldChg>
      <pc:sldChg chg="addSp delSp modSp del mod">
        <pc:chgData name="Rafael Tavares" userId="b5f6855f0475f1c2" providerId="LiveId" clId="{628D8C17-BF8F-5867-8BEA-63D513C56F74}" dt="2026-09-14T22:30:54.288" v="242" actId="2696"/>
        <pc:sldMkLst>
          <pc:docMk/>
          <pc:sldMk cId="0" sldId="599"/>
        </pc:sldMkLst>
        <pc:spChg chg="del">
          <ac:chgData name="Rafael Tavares" userId="b5f6855f0475f1c2" providerId="LiveId" clId="{628D8C17-BF8F-5867-8BEA-63D513C56F74}" dt="2026-09-14T21:51:14.703" v="3" actId="478"/>
          <ac:spMkLst>
            <pc:docMk/>
            <pc:sldMk cId="0" sldId="599"/>
            <ac:spMk id="2" creationId="{AC7A883F-1FF0-76A8-05EE-4226BFEB3B2A}"/>
          </ac:spMkLst>
        </pc:spChg>
        <pc:spChg chg="del mod">
          <ac:chgData name="Rafael Tavares" userId="b5f6855f0475f1c2" providerId="LiveId" clId="{628D8C17-BF8F-5867-8BEA-63D513C56F74}" dt="2026-09-14T21:51:13.245" v="2" actId="478"/>
          <ac:spMkLst>
            <pc:docMk/>
            <pc:sldMk cId="0" sldId="599"/>
            <ac:spMk id="3" creationId="{4C8F2873-D8A0-9261-5722-9D672D42D3A2}"/>
          </ac:spMkLst>
        </pc:spChg>
        <pc:spChg chg="add mod">
          <ac:chgData name="Rafael Tavares" userId="b5f6855f0475f1c2" providerId="LiveId" clId="{628D8C17-BF8F-5867-8BEA-63D513C56F74}" dt="2026-09-14T21:51:24.808" v="7" actId="207"/>
          <ac:spMkLst>
            <pc:docMk/>
            <pc:sldMk cId="0" sldId="599"/>
            <ac:spMk id="4" creationId="{DD4931ED-0E58-118E-53C9-AB7C629DEBBC}"/>
          </ac:spMkLst>
        </pc:spChg>
        <pc:spChg chg="add mod">
          <ac:chgData name="Rafael Tavares" userId="b5f6855f0475f1c2" providerId="LiveId" clId="{628D8C17-BF8F-5867-8BEA-63D513C56F74}" dt="2026-09-14T21:51:24.808" v="7" actId="207"/>
          <ac:spMkLst>
            <pc:docMk/>
            <pc:sldMk cId="0" sldId="599"/>
            <ac:spMk id="5" creationId="{7C944C54-F5DD-F9AC-0A8F-6AF18AE70A12}"/>
          </ac:spMkLst>
        </pc:spChg>
        <pc:spChg chg="add mod">
          <ac:chgData name="Rafael Tavares" userId="b5f6855f0475f1c2" providerId="LiveId" clId="{628D8C17-BF8F-5867-8BEA-63D513C56F74}" dt="2026-09-14T21:51:24.808" v="7" actId="207"/>
          <ac:spMkLst>
            <pc:docMk/>
            <pc:sldMk cId="0" sldId="599"/>
            <ac:spMk id="6" creationId="{1F51E7D1-438D-0F0C-C7F9-F2B5838EC299}"/>
          </ac:spMkLst>
        </pc:spChg>
        <pc:spChg chg="add del mod">
          <ac:chgData name="Rafael Tavares" userId="b5f6855f0475f1c2" providerId="LiveId" clId="{628D8C17-BF8F-5867-8BEA-63D513C56F74}" dt="2026-09-14T22:30:20.871" v="233" actId="478"/>
          <ac:spMkLst>
            <pc:docMk/>
            <pc:sldMk cId="0" sldId="599"/>
            <ac:spMk id="8" creationId="{DD1D7298-A2F5-98A8-9EEB-93F812E3B586}"/>
          </ac:spMkLst>
        </pc:spChg>
        <pc:spChg chg="add del">
          <ac:chgData name="Rafael Tavares" userId="b5f6855f0475f1c2" providerId="LiveId" clId="{628D8C17-BF8F-5867-8BEA-63D513C56F74}" dt="2026-09-14T22:30:21.680" v="235" actId="478"/>
          <ac:spMkLst>
            <pc:docMk/>
            <pc:sldMk cId="0" sldId="599"/>
            <ac:spMk id="10" creationId="{CAE228C2-09A6-6FDF-071F-2EEC7712B63D}"/>
          </ac:spMkLst>
        </pc:spChg>
        <pc:picChg chg="add del mod">
          <ac:chgData name="Rafael Tavares" userId="b5f6855f0475f1c2" providerId="LiveId" clId="{628D8C17-BF8F-5867-8BEA-63D513C56F74}" dt="2026-09-14T22:30:22.077" v="236" actId="1076"/>
          <ac:picMkLst>
            <pc:docMk/>
            <pc:sldMk cId="0" sldId="599"/>
            <ac:picMk id="2" creationId="{FF15F840-28BA-5ADB-9632-E583B7C2C246}"/>
          </ac:picMkLst>
        </pc:picChg>
        <pc:picChg chg="add mod">
          <ac:chgData name="Rafael Tavares" userId="b5f6855f0475f1c2" providerId="LiveId" clId="{628D8C17-BF8F-5867-8BEA-63D513C56F74}" dt="2026-09-14T22:30:02.484" v="227"/>
          <ac:picMkLst>
            <pc:docMk/>
            <pc:sldMk cId="0" sldId="599"/>
            <ac:picMk id="9" creationId="{A3E71343-6A92-CEF9-0387-E54EE3EDA29B}"/>
          </ac:picMkLst>
        </pc:picChg>
      </pc:sldChg>
      <pc:sldChg chg="modSp mod">
        <pc:chgData name="Rafael Tavares" userId="b5f6855f0475f1c2" providerId="LiveId" clId="{628D8C17-BF8F-5867-8BEA-63D513C56F74}" dt="2026-09-14T21:52:28.149" v="32" actId="14100"/>
        <pc:sldMkLst>
          <pc:docMk/>
          <pc:sldMk cId="0" sldId="600"/>
        </pc:sldMkLst>
        <pc:spChg chg="mod">
          <ac:chgData name="Rafael Tavares" userId="b5f6855f0475f1c2" providerId="LiveId" clId="{628D8C17-BF8F-5867-8BEA-63D513C56F74}" dt="2026-09-14T21:51:46.550" v="14" actId="20577"/>
          <ac:spMkLst>
            <pc:docMk/>
            <pc:sldMk cId="0" sldId="600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1:52:28.149" v="32" actId="14100"/>
          <ac:spMkLst>
            <pc:docMk/>
            <pc:sldMk cId="0" sldId="600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1:53:06.900" v="50" actId="1076"/>
        <pc:sldMkLst>
          <pc:docMk/>
          <pc:sldMk cId="0" sldId="602"/>
        </pc:sldMkLst>
        <pc:spChg chg="mod">
          <ac:chgData name="Rafael Tavares" userId="b5f6855f0475f1c2" providerId="LiveId" clId="{628D8C17-BF8F-5867-8BEA-63D513C56F74}" dt="2026-09-14T21:52:33.092" v="34" actId="20577"/>
          <ac:spMkLst>
            <pc:docMk/>
            <pc:sldMk cId="0" sldId="602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1:53:06.900" v="50" actId="1076"/>
          <ac:spMkLst>
            <pc:docMk/>
            <pc:sldMk cId="0" sldId="602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01:24.995" v="112" actId="1076"/>
        <pc:sldMkLst>
          <pc:docMk/>
          <pc:sldMk cId="0" sldId="606"/>
        </pc:sldMkLst>
        <pc:spChg chg="mod">
          <ac:chgData name="Rafael Tavares" userId="b5f6855f0475f1c2" providerId="LiveId" clId="{628D8C17-BF8F-5867-8BEA-63D513C56F74}" dt="2026-09-14T22:01:24.995" v="112" actId="1076"/>
          <ac:spMkLst>
            <pc:docMk/>
            <pc:sldMk cId="0" sldId="606"/>
            <ac:spMk id="4" creationId="{581F3C9F-E41C-AD9D-5C0B-9B81EC2D5025}"/>
          </ac:spMkLst>
        </pc:spChg>
        <pc:spChg chg="mod">
          <ac:chgData name="Rafael Tavares" userId="b5f6855f0475f1c2" providerId="LiveId" clId="{628D8C17-BF8F-5867-8BEA-63D513C56F74}" dt="2026-09-14T22:01:20.872" v="110" actId="20577"/>
          <ac:spMkLst>
            <pc:docMk/>
            <pc:sldMk cId="0" sldId="606"/>
            <ac:spMk id="6" creationId="{B38009B7-BA93-1326-DE2C-5504A83D37E8}"/>
          </ac:spMkLst>
        </pc:spChg>
      </pc:sldChg>
      <pc:sldChg chg="modSp mod">
        <pc:chgData name="Rafael Tavares" userId="b5f6855f0475f1c2" providerId="LiveId" clId="{628D8C17-BF8F-5867-8BEA-63D513C56F74}" dt="2026-09-14T22:01:47.876" v="120" actId="12"/>
        <pc:sldMkLst>
          <pc:docMk/>
          <pc:sldMk cId="0" sldId="608"/>
        </pc:sldMkLst>
        <pc:spChg chg="mod">
          <ac:chgData name="Rafael Tavares" userId="b5f6855f0475f1c2" providerId="LiveId" clId="{628D8C17-BF8F-5867-8BEA-63D513C56F74}" dt="2026-09-14T22:01:39.030" v="118" actId="20577"/>
          <ac:spMkLst>
            <pc:docMk/>
            <pc:sldMk cId="0" sldId="608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01:47.876" v="120" actId="12"/>
          <ac:spMkLst>
            <pc:docMk/>
            <pc:sldMk cId="0" sldId="608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04:57.479" v="199" actId="14100"/>
        <pc:sldMkLst>
          <pc:docMk/>
          <pc:sldMk cId="0" sldId="609"/>
        </pc:sldMkLst>
        <pc:spChg chg="mod">
          <ac:chgData name="Rafael Tavares" userId="b5f6855f0475f1c2" providerId="LiveId" clId="{628D8C17-BF8F-5867-8BEA-63D513C56F74}" dt="2026-09-14T21:59:45.481" v="83" actId="20577"/>
          <ac:spMkLst>
            <pc:docMk/>
            <pc:sldMk cId="0" sldId="609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04:57.479" v="199" actId="14100"/>
          <ac:spMkLst>
            <pc:docMk/>
            <pc:sldMk cId="0" sldId="609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02:30.387" v="141" actId="14100"/>
        <pc:sldMkLst>
          <pc:docMk/>
          <pc:sldMk cId="0" sldId="610"/>
        </pc:sldMkLst>
        <pc:spChg chg="mod">
          <ac:chgData name="Rafael Tavares" userId="b5f6855f0475f1c2" providerId="LiveId" clId="{628D8C17-BF8F-5867-8BEA-63D513C56F74}" dt="2026-09-14T22:02:05.788" v="127" actId="14100"/>
          <ac:spMkLst>
            <pc:docMk/>
            <pc:sldMk cId="0" sldId="610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02:30.387" v="141" actId="14100"/>
          <ac:spMkLst>
            <pc:docMk/>
            <pc:sldMk cId="0" sldId="610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02:54.933" v="151" actId="20577"/>
        <pc:sldMkLst>
          <pc:docMk/>
          <pc:sldMk cId="0" sldId="611"/>
        </pc:sldMkLst>
        <pc:spChg chg="mod">
          <ac:chgData name="Rafael Tavares" userId="b5f6855f0475f1c2" providerId="LiveId" clId="{628D8C17-BF8F-5867-8BEA-63D513C56F74}" dt="2026-09-14T22:02:54.933" v="151" actId="20577"/>
          <ac:spMkLst>
            <pc:docMk/>
            <pc:sldMk cId="0" sldId="611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02:52.294" v="149" actId="1076"/>
          <ac:spMkLst>
            <pc:docMk/>
            <pc:sldMk cId="0" sldId="611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03:38.028" v="172" actId="12"/>
        <pc:sldMkLst>
          <pc:docMk/>
          <pc:sldMk cId="0" sldId="612"/>
        </pc:sldMkLst>
        <pc:spChg chg="mod">
          <ac:chgData name="Rafael Tavares" userId="b5f6855f0475f1c2" providerId="LiveId" clId="{628D8C17-BF8F-5867-8BEA-63D513C56F74}" dt="2026-09-14T22:03:02.508" v="153" actId="20577"/>
          <ac:spMkLst>
            <pc:docMk/>
            <pc:sldMk cId="0" sldId="612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03:38.028" v="172" actId="12"/>
          <ac:spMkLst>
            <pc:docMk/>
            <pc:sldMk cId="0" sldId="612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04:10.188" v="185" actId="14100"/>
        <pc:sldMkLst>
          <pc:docMk/>
          <pc:sldMk cId="0" sldId="613"/>
        </pc:sldMkLst>
        <pc:spChg chg="mod">
          <ac:chgData name="Rafael Tavares" userId="b5f6855f0475f1c2" providerId="LiveId" clId="{628D8C17-BF8F-5867-8BEA-63D513C56F74}" dt="2026-09-14T22:04:07.303" v="184" actId="14100"/>
          <ac:spMkLst>
            <pc:docMk/>
            <pc:sldMk cId="0" sldId="613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04:10.188" v="185" actId="14100"/>
          <ac:spMkLst>
            <pc:docMk/>
            <pc:sldMk cId="0" sldId="613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1:59:31.472" v="77" actId="20577"/>
        <pc:sldMkLst>
          <pc:docMk/>
          <pc:sldMk cId="0" sldId="614"/>
        </pc:sldMkLst>
        <pc:spChg chg="mod">
          <ac:chgData name="Rafael Tavares" userId="b5f6855f0475f1c2" providerId="LiveId" clId="{628D8C17-BF8F-5867-8BEA-63D513C56F74}" dt="2026-09-14T21:59:31.472" v="77" actId="20577"/>
          <ac:spMkLst>
            <pc:docMk/>
            <pc:sldMk cId="0" sldId="614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1:59:28.190" v="75" actId="14100"/>
          <ac:spMkLst>
            <pc:docMk/>
            <pc:sldMk cId="0" sldId="614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05:21.548" v="206" actId="20577"/>
        <pc:sldMkLst>
          <pc:docMk/>
          <pc:sldMk cId="0" sldId="615"/>
        </pc:sldMkLst>
        <pc:spChg chg="mod">
          <ac:chgData name="Rafael Tavares" userId="b5f6855f0475f1c2" providerId="LiveId" clId="{628D8C17-BF8F-5867-8BEA-63D513C56F74}" dt="2026-09-14T21:59:02.162" v="59" actId="14100"/>
          <ac:spMkLst>
            <pc:docMk/>
            <pc:sldMk cId="0" sldId="615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05:21.548" v="206" actId="20577"/>
          <ac:spMkLst>
            <pc:docMk/>
            <pc:sldMk cId="0" sldId="615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05:53.199" v="220" actId="14100"/>
        <pc:sldMkLst>
          <pc:docMk/>
          <pc:sldMk cId="0" sldId="616"/>
        </pc:sldMkLst>
        <pc:spChg chg="mod">
          <ac:chgData name="Rafael Tavares" userId="b5f6855f0475f1c2" providerId="LiveId" clId="{628D8C17-BF8F-5867-8BEA-63D513C56F74}" dt="2026-09-14T22:05:30.012" v="209" actId="14100"/>
          <ac:spMkLst>
            <pc:docMk/>
            <pc:sldMk cId="0" sldId="616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05:53.199" v="220" actId="14100"/>
          <ac:spMkLst>
            <pc:docMk/>
            <pc:sldMk cId="0" sldId="616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04:44.866" v="197" actId="1076"/>
        <pc:sldMkLst>
          <pc:docMk/>
          <pc:sldMk cId="0" sldId="618"/>
        </pc:sldMkLst>
        <pc:spChg chg="mod">
          <ac:chgData name="Rafael Tavares" userId="b5f6855f0475f1c2" providerId="LiveId" clId="{628D8C17-BF8F-5867-8BEA-63D513C56F74}" dt="2026-09-14T22:04:44.866" v="197" actId="1076"/>
          <ac:spMkLst>
            <pc:docMk/>
            <pc:sldMk cId="0" sldId="618"/>
            <ac:spMk id="4" creationId="{581F3C9F-E41C-AD9D-5C0B-9B81EC2D5025}"/>
          </ac:spMkLst>
        </pc:spChg>
        <pc:spChg chg="mod">
          <ac:chgData name="Rafael Tavares" userId="b5f6855f0475f1c2" providerId="LiveId" clId="{628D8C17-BF8F-5867-8BEA-63D513C56F74}" dt="2026-09-14T22:04:44.346" v="196" actId="1076"/>
          <ac:spMkLst>
            <pc:docMk/>
            <pc:sldMk cId="0" sldId="618"/>
            <ac:spMk id="6" creationId="{B38009B7-BA93-1326-DE2C-5504A83D37E8}"/>
          </ac:spMkLst>
        </pc:spChg>
      </pc:sldChg>
      <pc:sldChg chg="modSp add mod">
        <pc:chgData name="Rafael Tavares" userId="b5f6855f0475f1c2" providerId="LiveId" clId="{628D8C17-BF8F-5867-8BEA-63D513C56F74}" dt="2026-09-14T21:51:43.540" v="12" actId="1076"/>
        <pc:sldMkLst>
          <pc:docMk/>
          <pc:sldMk cId="2761431035" sldId="619"/>
        </pc:sldMkLst>
        <pc:spChg chg="mod">
          <ac:chgData name="Rafael Tavares" userId="b5f6855f0475f1c2" providerId="LiveId" clId="{628D8C17-BF8F-5867-8BEA-63D513C56F74}" dt="2026-09-14T21:51:39.214" v="11" actId="20577"/>
          <ac:spMkLst>
            <pc:docMk/>
            <pc:sldMk cId="2761431035" sldId="619"/>
            <ac:spMk id="2" creationId="{F9CAB264-8285-B1F3-DCBE-4DD759D73D06}"/>
          </ac:spMkLst>
        </pc:spChg>
        <pc:spChg chg="mod">
          <ac:chgData name="Rafael Tavares" userId="b5f6855f0475f1c2" providerId="LiveId" clId="{628D8C17-BF8F-5867-8BEA-63D513C56F74}" dt="2026-09-14T21:51:43.540" v="12" actId="1076"/>
          <ac:spMkLst>
            <pc:docMk/>
            <pc:sldMk cId="2761431035" sldId="619"/>
            <ac:spMk id="3" creationId="{9120F70B-6127-3A38-316D-D02DE767DC6E}"/>
          </ac:spMkLst>
        </pc:spChg>
      </pc:sldChg>
      <pc:sldChg chg="add del">
        <pc:chgData name="Rafael Tavares" userId="b5f6855f0475f1c2" providerId="LiveId" clId="{628D8C17-BF8F-5867-8BEA-63D513C56F74}" dt="2026-09-14T21:51:18.252" v="5"/>
        <pc:sldMkLst>
          <pc:docMk/>
          <pc:sldMk cId="1228413495" sldId="620"/>
        </pc:sldMkLst>
      </pc:sldChg>
      <pc:sldChg chg="add">
        <pc:chgData name="Rafael Tavares" userId="b5f6855f0475f1c2" providerId="LiveId" clId="{628D8C17-BF8F-5867-8BEA-63D513C56F74}" dt="2026-09-14T21:58:34.330" v="52"/>
        <pc:sldMkLst>
          <pc:docMk/>
          <pc:sldMk cId="3295850767" sldId="620"/>
        </pc:sldMkLst>
      </pc:sldChg>
      <pc:sldChg chg="add del">
        <pc:chgData name="Rafael Tavares" userId="b5f6855f0475f1c2" providerId="LiveId" clId="{628D8C17-BF8F-5867-8BEA-63D513C56F74}" dt="2026-09-14T22:00:09.603" v="88"/>
        <pc:sldMkLst>
          <pc:docMk/>
          <pc:sldMk cId="723750175" sldId="621"/>
        </pc:sldMkLst>
      </pc:sldChg>
      <pc:sldChg chg="addSp delSp modSp add mod">
        <pc:chgData name="Rafael Tavares" userId="b5f6855f0475f1c2" providerId="LiveId" clId="{628D8C17-BF8F-5867-8BEA-63D513C56F74}" dt="2026-09-14T22:31:13.548" v="245" actId="167"/>
        <pc:sldMkLst>
          <pc:docMk/>
          <pc:sldMk cId="979070405" sldId="621"/>
        </pc:sldMkLst>
        <pc:spChg chg="mod">
          <ac:chgData name="Rafael Tavares" userId="b5f6855f0475f1c2" providerId="LiveId" clId="{628D8C17-BF8F-5867-8BEA-63D513C56F74}" dt="2026-09-14T22:00:58.241" v="102" actId="20577"/>
          <ac:spMkLst>
            <pc:docMk/>
            <pc:sldMk cId="979070405" sldId="621"/>
            <ac:spMk id="4" creationId="{B5B5EA39-C9B1-00F6-F75D-3DF292B8CB6F}"/>
          </ac:spMkLst>
        </pc:spChg>
        <pc:spChg chg="mod">
          <ac:chgData name="Rafael Tavares" userId="b5f6855f0475f1c2" providerId="LiveId" clId="{628D8C17-BF8F-5867-8BEA-63D513C56F74}" dt="2026-09-14T22:01:03.991" v="105" actId="20577"/>
          <ac:spMkLst>
            <pc:docMk/>
            <pc:sldMk cId="979070405" sldId="621"/>
            <ac:spMk id="5" creationId="{DCB3C989-79C1-F29F-8448-058CD89700A4}"/>
          </ac:spMkLst>
        </pc:spChg>
        <pc:spChg chg="mod">
          <ac:chgData name="Rafael Tavares" userId="b5f6855f0475f1c2" providerId="LiveId" clId="{628D8C17-BF8F-5867-8BEA-63D513C56F74}" dt="2026-09-14T22:00:58.866" v="103" actId="1076"/>
          <ac:spMkLst>
            <pc:docMk/>
            <pc:sldMk cId="979070405" sldId="621"/>
            <ac:spMk id="7" creationId="{76D0CE7B-691B-C739-193A-CE1AC4AC221B}"/>
          </ac:spMkLst>
        </pc:spChg>
        <pc:spChg chg="del">
          <ac:chgData name="Rafael Tavares" userId="b5f6855f0475f1c2" providerId="LiveId" clId="{628D8C17-BF8F-5867-8BEA-63D513C56F74}" dt="2026-09-14T22:31:08.023" v="243" actId="478"/>
          <ac:spMkLst>
            <pc:docMk/>
            <pc:sldMk cId="979070405" sldId="621"/>
            <ac:spMk id="10" creationId="{60901D69-D69F-940C-886C-8C40ED5CB18F}"/>
          </ac:spMkLst>
        </pc:spChg>
        <pc:picChg chg="add mod">
          <ac:chgData name="Rafael Tavares" userId="b5f6855f0475f1c2" providerId="LiveId" clId="{628D8C17-BF8F-5867-8BEA-63D513C56F74}" dt="2026-09-14T22:31:13.548" v="245" actId="167"/>
          <ac:picMkLst>
            <pc:docMk/>
            <pc:sldMk cId="979070405" sldId="621"/>
            <ac:picMk id="2" creationId="{785108DD-E0D5-7A3C-1AEB-6B3B65367C93}"/>
          </ac:picMkLst>
        </pc:picChg>
      </pc:sldChg>
      <pc:sldChg chg="addSp delSp modSp add mod">
        <pc:chgData name="Rafael Tavares" userId="b5f6855f0475f1c2" providerId="LiveId" clId="{628D8C17-BF8F-5867-8BEA-63D513C56F74}" dt="2026-09-14T22:31:22.677" v="248" actId="167"/>
        <pc:sldMkLst>
          <pc:docMk/>
          <pc:sldMk cId="3330018619" sldId="622"/>
        </pc:sldMkLst>
        <pc:spChg chg="mod">
          <ac:chgData name="Rafael Tavares" userId="b5f6855f0475f1c2" providerId="LiveId" clId="{628D8C17-BF8F-5867-8BEA-63D513C56F74}" dt="2026-09-14T22:04:34.407" v="192" actId="20577"/>
          <ac:spMkLst>
            <pc:docMk/>
            <pc:sldMk cId="3330018619" sldId="622"/>
            <ac:spMk id="5" creationId="{1EC76A71-A359-674F-37FE-6E3636ED1490}"/>
          </ac:spMkLst>
        </pc:spChg>
        <pc:spChg chg="del">
          <ac:chgData name="Rafael Tavares" userId="b5f6855f0475f1c2" providerId="LiveId" clId="{628D8C17-BF8F-5867-8BEA-63D513C56F74}" dt="2026-09-14T22:31:18.911" v="246" actId="478"/>
          <ac:spMkLst>
            <pc:docMk/>
            <pc:sldMk cId="3330018619" sldId="622"/>
            <ac:spMk id="10" creationId="{8D0C0EA1-BD8D-CB89-8F47-DF3BE8511F92}"/>
          </ac:spMkLst>
        </pc:spChg>
        <pc:picChg chg="add mod">
          <ac:chgData name="Rafael Tavares" userId="b5f6855f0475f1c2" providerId="LiveId" clId="{628D8C17-BF8F-5867-8BEA-63D513C56F74}" dt="2026-09-14T22:31:22.677" v="248" actId="167"/>
          <ac:picMkLst>
            <pc:docMk/>
            <pc:sldMk cId="3330018619" sldId="622"/>
            <ac:picMk id="2" creationId="{17257822-FA0B-2988-5228-A32ADE97B93B}"/>
          </ac:picMkLst>
        </pc:picChg>
      </pc:sldChg>
      <pc:sldChg chg="addSp modSp new del">
        <pc:chgData name="Rafael Tavares" userId="b5f6855f0475f1c2" providerId="LiveId" clId="{628D8C17-BF8F-5867-8BEA-63D513C56F74}" dt="2026-09-14T22:30:19.611" v="231" actId="680"/>
        <pc:sldMkLst>
          <pc:docMk/>
          <pc:sldMk cId="342983620" sldId="623"/>
        </pc:sldMkLst>
        <pc:picChg chg="add mod">
          <ac:chgData name="Rafael Tavares" userId="b5f6855f0475f1c2" providerId="LiveId" clId="{628D8C17-BF8F-5867-8BEA-63D513C56F74}" dt="2026-09-14T22:30:18.874" v="230"/>
          <ac:picMkLst>
            <pc:docMk/>
            <pc:sldMk cId="342983620" sldId="623"/>
            <ac:picMk id="2" creationId="{7BE2390E-07DF-681A-68C3-28868C3FB763}"/>
          </ac:picMkLst>
        </pc:picChg>
      </pc:sldChg>
      <pc:sldChg chg="addSp delSp modSp new mod setBg">
        <pc:chgData name="Rafael Tavares" userId="b5f6855f0475f1c2" providerId="LiveId" clId="{628D8C17-BF8F-5867-8BEA-63D513C56F74}" dt="2026-09-14T22:30:52.557" v="241"/>
        <pc:sldMkLst>
          <pc:docMk/>
          <pc:sldMk cId="3845888546" sldId="623"/>
        </pc:sldMkLst>
        <pc:spChg chg="del">
          <ac:chgData name="Rafael Tavares" userId="b5f6855f0475f1c2" providerId="LiveId" clId="{628D8C17-BF8F-5867-8BEA-63D513C56F74}" dt="2026-09-14T22:30:43.128" v="239" actId="26606"/>
          <ac:spMkLst>
            <pc:docMk/>
            <pc:sldMk cId="3845888546" sldId="623"/>
            <ac:spMk id="2" creationId="{EAF7AB7F-896A-105E-9273-8BF9AD55D306}"/>
          </ac:spMkLst>
        </pc:spChg>
        <pc:spChg chg="del">
          <ac:chgData name="Rafael Tavares" userId="b5f6855f0475f1c2" providerId="LiveId" clId="{628D8C17-BF8F-5867-8BEA-63D513C56F74}" dt="2026-09-14T22:30:43.128" v="239" actId="26606"/>
          <ac:spMkLst>
            <pc:docMk/>
            <pc:sldMk cId="3845888546" sldId="623"/>
            <ac:spMk id="3" creationId="{AFB414A1-DFEF-28CC-639F-DE744BE053AA}"/>
          </ac:spMkLst>
        </pc:spChg>
        <pc:spChg chg="add mod">
          <ac:chgData name="Rafael Tavares" userId="b5f6855f0475f1c2" providerId="LiveId" clId="{628D8C17-BF8F-5867-8BEA-63D513C56F74}" dt="2026-09-14T22:30:52.557" v="241"/>
          <ac:spMkLst>
            <pc:docMk/>
            <pc:sldMk cId="3845888546" sldId="623"/>
            <ac:spMk id="6" creationId="{6C1C50F4-6652-8728-6078-F427A864853E}"/>
          </ac:spMkLst>
        </pc:spChg>
        <pc:spChg chg="add mod">
          <ac:chgData name="Rafael Tavares" userId="b5f6855f0475f1c2" providerId="LiveId" clId="{628D8C17-BF8F-5867-8BEA-63D513C56F74}" dt="2026-09-14T22:30:52.557" v="241"/>
          <ac:spMkLst>
            <pc:docMk/>
            <pc:sldMk cId="3845888546" sldId="623"/>
            <ac:spMk id="7" creationId="{5BF033BA-AC72-7385-D8ED-ED3B516F2607}"/>
          </ac:spMkLst>
        </pc:spChg>
        <pc:spChg chg="add mod">
          <ac:chgData name="Rafael Tavares" userId="b5f6855f0475f1c2" providerId="LiveId" clId="{628D8C17-BF8F-5867-8BEA-63D513C56F74}" dt="2026-09-14T22:30:52.557" v="241"/>
          <ac:spMkLst>
            <pc:docMk/>
            <pc:sldMk cId="3845888546" sldId="623"/>
            <ac:spMk id="8" creationId="{55603C38-08B4-E266-54A7-2A13D2184BA5}"/>
          </ac:spMkLst>
        </pc:spChg>
        <pc:spChg chg="add">
          <ac:chgData name="Rafael Tavares" userId="b5f6855f0475f1c2" providerId="LiveId" clId="{628D8C17-BF8F-5867-8BEA-63D513C56F74}" dt="2026-09-14T22:30:43.128" v="239" actId="26606"/>
          <ac:spMkLst>
            <pc:docMk/>
            <pc:sldMk cId="3845888546" sldId="623"/>
            <ac:spMk id="9" creationId="{42A4FC2C-047E-45A5-965D-8E1E3BF09BC6}"/>
          </ac:spMkLst>
        </pc:spChg>
        <pc:picChg chg="add mod">
          <ac:chgData name="Rafael Tavares" userId="b5f6855f0475f1c2" providerId="LiveId" clId="{628D8C17-BF8F-5867-8BEA-63D513C56F74}" dt="2026-09-14T22:30:43.128" v="239" actId="26606"/>
          <ac:picMkLst>
            <pc:docMk/>
            <pc:sldMk cId="3845888546" sldId="623"/>
            <ac:picMk id="4" creationId="{20F4A898-8008-8AB7-B8F2-1D24C6D6DC32}"/>
          </ac:picMkLst>
        </pc:picChg>
        <pc:picChg chg="add mod">
          <ac:chgData name="Rafael Tavares" userId="b5f6855f0475f1c2" providerId="LiveId" clId="{628D8C17-BF8F-5867-8BEA-63D513C56F74}" dt="2026-09-14T22:30:47.601" v="240"/>
          <ac:picMkLst>
            <pc:docMk/>
            <pc:sldMk cId="3845888546" sldId="623"/>
            <ac:picMk id="5" creationId="{A2B992C1-D8B6-0E3C-6DCD-D2ADD60C2E2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84A51B-13BF-326B-C25F-008418251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ADFD-2107-F4F5-8721-E28C913C71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7EBC8-DF47-47B9-B7F5-2CB06F30298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1BBCB-86F2-4A50-D624-19C7618D02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AC57B-B3E0-2050-F9CD-39A219CDF8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42198-F140-41E7-A44A-C3C116473F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092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4D879-1A0A-D44F-8CAF-A6DE8D84D4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DE089-5E0D-4F42-A2B3-B4BC8AEE8C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4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7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12AB3BF-55CE-FD5C-A188-D97E445D0B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72790" y="1"/>
            <a:ext cx="7415210" cy="10287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3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7E0E76-1F36-C45D-5A5C-8AE14E9347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163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F1E0921-40B9-D026-E88E-08C7AED8C4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9225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2FF481F-95A7-45CE-5E16-2F19F28330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333287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2902ACF7-F402-36DE-E2F2-1CBE6DB4A5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988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E6CD573-2023-79F2-8F18-E311E9EEC1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6050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D12191E-70C8-DE83-0BED-8BC3D4CBB3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30112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03D3B0-6168-6964-0338-9C8AABA1F7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111" y="3900869"/>
            <a:ext cx="8878824" cy="5724144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4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8725" y="2204295"/>
            <a:ext cx="3836988" cy="3826400"/>
          </a:xfrm>
          <a:custGeom>
            <a:avLst/>
            <a:gdLst>
              <a:gd name="connsiteX0" fmla="*/ 96364 w 1331913"/>
              <a:gd name="connsiteY0" fmla="*/ 0 h 1328238"/>
              <a:gd name="connsiteX1" fmla="*/ 1235549 w 1331913"/>
              <a:gd name="connsiteY1" fmla="*/ 0 h 1328238"/>
              <a:gd name="connsiteX2" fmla="*/ 1331913 w 1331913"/>
              <a:gd name="connsiteY2" fmla="*/ 96364 h 1328238"/>
              <a:gd name="connsiteX3" fmla="*/ 1331913 w 1331913"/>
              <a:gd name="connsiteY3" fmla="*/ 1231874 h 1328238"/>
              <a:gd name="connsiteX4" fmla="*/ 1235549 w 1331913"/>
              <a:gd name="connsiteY4" fmla="*/ 1328238 h 1328238"/>
              <a:gd name="connsiteX5" fmla="*/ 96364 w 1331913"/>
              <a:gd name="connsiteY5" fmla="*/ 1328238 h 1328238"/>
              <a:gd name="connsiteX6" fmla="*/ 0 w 1331913"/>
              <a:gd name="connsiteY6" fmla="*/ 1231874 h 1328238"/>
              <a:gd name="connsiteX7" fmla="*/ 0 w 1331913"/>
              <a:gd name="connsiteY7" fmla="*/ 96364 h 1328238"/>
              <a:gd name="connsiteX8" fmla="*/ 96364 w 1331913"/>
              <a:gd name="connsiteY8" fmla="*/ 0 h 132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913" h="1328238">
                <a:moveTo>
                  <a:pt x="96364" y="0"/>
                </a:moveTo>
                <a:lnTo>
                  <a:pt x="1235549" y="0"/>
                </a:lnTo>
                <a:cubicBezTo>
                  <a:pt x="1288769" y="0"/>
                  <a:pt x="1331913" y="43144"/>
                  <a:pt x="1331913" y="96364"/>
                </a:cubicBezTo>
                <a:lnTo>
                  <a:pt x="1331913" y="1231874"/>
                </a:lnTo>
                <a:cubicBezTo>
                  <a:pt x="1331913" y="1285094"/>
                  <a:pt x="1288769" y="1328238"/>
                  <a:pt x="1235549" y="1328238"/>
                </a:cubicBezTo>
                <a:lnTo>
                  <a:pt x="96364" y="1328238"/>
                </a:lnTo>
                <a:cubicBezTo>
                  <a:pt x="43144" y="1328238"/>
                  <a:pt x="0" y="1285094"/>
                  <a:pt x="0" y="1231874"/>
                </a:cubicBezTo>
                <a:lnTo>
                  <a:pt x="0" y="96364"/>
                </a:lnTo>
                <a:cubicBezTo>
                  <a:pt x="0" y="43144"/>
                  <a:pt x="43144" y="0"/>
                  <a:pt x="9636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1400" y="3423713"/>
            <a:ext cx="3836988" cy="38264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1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10B1B8F-A07F-BC7C-86B2-4D90D8EE1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07525" y="661988"/>
            <a:ext cx="8211312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C2D63ACF-810C-81D6-0A2C-B2CCA0FA3F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1885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235726A-0694-7443-C283-B589A53819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7529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10999856-B4C6-88C9-C70C-9F9B9F0FD6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369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66CCDDF-7DF3-63E1-B4CE-FDE335EEA1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4441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2AD98E8-87A6-3FA0-1F41-9BC038A33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8796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DD10A45-9215-6907-5778-FE32AE4E35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83153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323B5D6-0438-18B5-EC5B-118829A125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368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264065C-1ABC-29A9-732A-0C25683F22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38725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3D9C92B-8244-A0CA-A645-F1078A33947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1670" y="7265714"/>
            <a:ext cx="3840480" cy="3472624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A14A5BE-2991-0A38-994F-2E74383821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35233" y="-422032"/>
            <a:ext cx="3840480" cy="1605029"/>
          </a:xfrm>
          <a:prstGeom prst="roundRect">
            <a:avLst>
              <a:gd name="adj" fmla="val 8216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F2A06A-3F5E-A2A1-DD0C-352D495596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1670" y="-422032"/>
            <a:ext cx="3840480" cy="3636966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63230" y="4297691"/>
            <a:ext cx="3424770" cy="4190094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52531" y="4297691"/>
            <a:ext cx="5433426" cy="4190094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35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1EA3894-937B-4CA3-8E14-6FF628517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35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26830" y="2316479"/>
            <a:ext cx="3556635" cy="6167259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607290" y="1813412"/>
            <a:ext cx="3556635" cy="4201152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871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75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12" r:id="rId2"/>
    <p:sldLayoutId id="2147483708" r:id="rId3"/>
    <p:sldLayoutId id="2147483718" r:id="rId4"/>
    <p:sldLayoutId id="2147483714" r:id="rId5"/>
    <p:sldLayoutId id="2147483722" r:id="rId6"/>
    <p:sldLayoutId id="2147483719" r:id="rId7"/>
    <p:sldLayoutId id="2147483720" r:id="rId8"/>
    <p:sldLayoutId id="2147483721" r:id="rId9"/>
    <p:sldLayoutId id="2147483727" r:id="rId10"/>
    <p:sldLayoutId id="2147483728" r:id="rId11"/>
    <p:sldLayoutId id="2147483734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2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2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" userDrawn="1">
          <p15:clr>
            <a:srgbClr val="F26B43"/>
          </p15:clr>
        </p15:guide>
        <p15:guide id="2" orient="horz" pos="6063" userDrawn="1">
          <p15:clr>
            <a:srgbClr val="F26B43"/>
          </p15:clr>
        </p15:guide>
        <p15:guide id="3" pos="11102" userDrawn="1">
          <p15:clr>
            <a:srgbClr val="F26B43"/>
          </p15:clr>
        </p15:guide>
        <p15:guide id="4" pos="419" userDrawn="1">
          <p15:clr>
            <a:srgbClr val="F26B43"/>
          </p15:clr>
        </p15:guide>
        <p15:guide id="5" pos="1338" userDrawn="1">
          <p15:clr>
            <a:srgbClr val="F26B43"/>
          </p15:clr>
        </p15:guide>
        <p15:guide id="6" pos="998" userDrawn="1">
          <p15:clr>
            <a:srgbClr val="F26B43"/>
          </p15:clr>
        </p15:guide>
        <p15:guide id="7" pos="1916" userDrawn="1">
          <p15:clr>
            <a:srgbClr val="F26B43"/>
          </p15:clr>
        </p15:guide>
        <p15:guide id="8" pos="2256" userDrawn="1">
          <p15:clr>
            <a:srgbClr val="F26B43"/>
          </p15:clr>
        </p15:guide>
        <p15:guide id="9" pos="2835" userDrawn="1">
          <p15:clr>
            <a:srgbClr val="F26B43"/>
          </p15:clr>
        </p15:guide>
        <p15:guide id="10" pos="3174" userDrawn="1">
          <p15:clr>
            <a:srgbClr val="F26B43"/>
          </p15:clr>
        </p15:guide>
        <p15:guide id="11" pos="3753" userDrawn="1">
          <p15:clr>
            <a:srgbClr val="F26B43"/>
          </p15:clr>
        </p15:guide>
        <p15:guide id="12" pos="4094" userDrawn="1">
          <p15:clr>
            <a:srgbClr val="F26B43"/>
          </p15:clr>
        </p15:guide>
        <p15:guide id="13" pos="4671" userDrawn="1">
          <p15:clr>
            <a:srgbClr val="F26B43"/>
          </p15:clr>
        </p15:guide>
        <p15:guide id="14" pos="5012" userDrawn="1">
          <p15:clr>
            <a:srgbClr val="F26B43"/>
          </p15:clr>
        </p15:guide>
        <p15:guide id="15" pos="5591" userDrawn="1">
          <p15:clr>
            <a:srgbClr val="F26B43"/>
          </p15:clr>
        </p15:guide>
        <p15:guide id="16" pos="5930" userDrawn="1">
          <p15:clr>
            <a:srgbClr val="F26B43"/>
          </p15:clr>
        </p15:guide>
        <p15:guide id="17" pos="6509" userDrawn="1">
          <p15:clr>
            <a:srgbClr val="F26B43"/>
          </p15:clr>
        </p15:guide>
        <p15:guide id="18" pos="6849" userDrawn="1">
          <p15:clr>
            <a:srgbClr val="F26B43"/>
          </p15:clr>
        </p15:guide>
        <p15:guide id="19" pos="7427" userDrawn="1">
          <p15:clr>
            <a:srgbClr val="F26B43"/>
          </p15:clr>
        </p15:guide>
        <p15:guide id="20" pos="7767" userDrawn="1">
          <p15:clr>
            <a:srgbClr val="F26B43"/>
          </p15:clr>
        </p15:guide>
        <p15:guide id="21" pos="8346" userDrawn="1">
          <p15:clr>
            <a:srgbClr val="F26B43"/>
          </p15:clr>
        </p15:guide>
        <p15:guide id="22" pos="8685" userDrawn="1">
          <p15:clr>
            <a:srgbClr val="F26B43"/>
          </p15:clr>
        </p15:guide>
        <p15:guide id="23" pos="9264" userDrawn="1">
          <p15:clr>
            <a:srgbClr val="F26B43"/>
          </p15:clr>
        </p15:guide>
        <p15:guide id="24" pos="9605" userDrawn="1">
          <p15:clr>
            <a:srgbClr val="F26B43"/>
          </p15:clr>
        </p15:guide>
        <p15:guide id="25" pos="10182" userDrawn="1">
          <p15:clr>
            <a:srgbClr val="F26B43"/>
          </p15:clr>
        </p15:guide>
        <p15:guide id="26" pos="105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Espaço Reservado para Imagem 3">
            <a:extLst>
              <a:ext uri="{FF2B5EF4-FFF2-40B4-BE49-F238E27FC236}">
                <a16:creationId xmlns:a16="http://schemas.microsoft.com/office/drawing/2014/main" id="{20F4A898-8008-8AB7-B8F2-1D24C6D6D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6" name="TextBox 23">
            <a:extLst>
              <a:ext uri="{FF2B5EF4-FFF2-40B4-BE49-F238E27FC236}">
                <a16:creationId xmlns:a16="http://schemas.microsoft.com/office/drawing/2014/main" id="{6C1C50F4-6652-8728-6078-F427A864853E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GothamHTF-Book"/>
              </a:rPr>
              <a:t>MLOPS E DEPLOY DE MODELOS</a:t>
            </a: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5BF033BA-AC72-7385-D8ED-ED3B516F2607}"/>
              </a:ext>
            </a:extLst>
          </p:cNvPr>
          <p:cNvSpPr txBox="1"/>
          <p:nvPr/>
        </p:nvSpPr>
        <p:spPr>
          <a:xfrm>
            <a:off x="537147" y="4033334"/>
            <a:ext cx="947073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6600" dirty="0">
                <a:solidFill>
                  <a:schemeClr val="bg1"/>
                </a:solidFill>
                <a:latin typeface="GothamHTF-Book"/>
              </a:rPr>
              <a:t>MLOPS</a:t>
            </a:r>
          </a:p>
          <a:p>
            <a:r>
              <a:rPr sz="2800" dirty="0">
                <a:solidFill>
                  <a:schemeClr val="bg1"/>
                </a:solidFill>
                <a:latin typeface="GothamHTF-Book"/>
              </a:rPr>
              <a:t>PARTE 01</a:t>
            </a: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55603C38-08B4-E266-54A7-2A13D2184BA5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1800" dirty="0">
                <a:solidFill>
                  <a:schemeClr val="bg1"/>
                </a:solidFill>
                <a:latin typeface="Roboto Light"/>
              </a:rPr>
              <a:t>Prof. Rafael Tavares</a:t>
            </a:r>
            <a:endParaRPr lang="id-ID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88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B7588-D990-C7BE-61F1-801CAE794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805DB30D-7423-B4DF-FA88-AD0474540F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36915A0-3BB2-F5AB-16BC-5F24328807A2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9120F70B-6127-3A38-316D-D02DE767DC6E}"/>
              </a:ext>
            </a:extLst>
          </p:cNvPr>
          <p:cNvSpPr/>
          <p:nvPr/>
        </p:nvSpPr>
        <p:spPr>
          <a:xfrm>
            <a:off x="632024" y="2878666"/>
            <a:ext cx="12585699" cy="337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rgbClr val="FFFFFF"/>
                </a:solidFill>
                <a:latin typeface="Roboto Light"/>
              </a:rPr>
              <a:t>Por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que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MLOps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existe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e o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que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o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diferencia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do DevOps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tradicional</a:t>
            </a:r>
            <a:endParaRPr sz="2800" dirty="0">
              <a:solidFill>
                <a:srgbClr val="FFFFFF"/>
              </a:solidFill>
              <a:latin typeface="Roboto Light"/>
            </a:endParaRPr>
          </a:p>
          <a:p>
            <a:r>
              <a:rPr sz="2800" dirty="0" err="1">
                <a:solidFill>
                  <a:srgbClr val="FFFFFF"/>
                </a:solidFill>
                <a:latin typeface="Roboto Light"/>
              </a:rPr>
              <a:t>Os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tres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niveis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maturidade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MLOps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definidos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pelo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Google</a:t>
            </a:r>
          </a:p>
          <a:p>
            <a:r>
              <a:rPr sz="2800" dirty="0" err="1">
                <a:solidFill>
                  <a:srgbClr val="FFFFFF"/>
                </a:solidFill>
                <a:latin typeface="Roboto Light"/>
              </a:rPr>
              <a:t>Diferencas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entre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operar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software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tradicional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sistemas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de ML</a:t>
            </a:r>
          </a:p>
          <a:p>
            <a:r>
              <a:rPr sz="2800" dirty="0">
                <a:solidFill>
                  <a:srgbClr val="FFFFFF"/>
                </a:solidFill>
                <a:latin typeface="Roboto Light"/>
              </a:rPr>
              <a:t>O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que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se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versiona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testa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monitora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cada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abordagem</a:t>
            </a:r>
            <a:endParaRPr sz="2800" dirty="0">
              <a:solidFill>
                <a:srgbClr val="FFFFFF"/>
              </a:solidFill>
              <a:latin typeface="Roboto Light"/>
            </a:endParaRPr>
          </a:p>
          <a:p>
            <a:endParaRPr sz="2800" dirty="0">
              <a:solidFill>
                <a:srgbClr val="FFFFFF"/>
              </a:solidFill>
              <a:latin typeface="Roboto Light"/>
            </a:endParaRPr>
          </a:p>
          <a:p>
            <a:r>
              <a:rPr sz="2800" dirty="0">
                <a:solidFill>
                  <a:srgbClr val="FFFFFF"/>
                </a:solidFill>
                <a:latin typeface="Roboto Light"/>
              </a:rPr>
              <a:t>Ref: Treveil, M. et al. (2020). Introducing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MLOps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.</a:t>
            </a:r>
          </a:p>
          <a:p>
            <a:r>
              <a:rPr sz="2800" dirty="0">
                <a:solidFill>
                  <a:srgbClr val="FFFFFF"/>
                </a:solidFill>
                <a:latin typeface="Roboto Light"/>
              </a:rPr>
              <a:t>O'Reilly Media.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24B36D1-B539-577A-601E-5783753489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E41D69F-A9CA-B070-7EA8-F861DC308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CAB264-8285-B1F3-DCBE-4DD759D73D06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AGENDA DESTA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PARTE</a:t>
            </a:r>
          </a:p>
        </p:txBody>
      </p:sp>
    </p:spTree>
    <p:extLst>
      <p:ext uri="{BB962C8B-B14F-4D97-AF65-F5344CB8AC3E}">
        <p14:creationId xmlns:p14="http://schemas.microsoft.com/office/powerpoint/2010/main" val="2761431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81002" y="1782393"/>
            <a:ext cx="17525996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rgbClr val="FFFFFF"/>
                </a:solidFill>
                <a:latin typeface="Roboto Light"/>
              </a:rPr>
              <a:t>MLOps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une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Machine Learning, DevOps 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Engenharia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de Dados</a:t>
            </a:r>
          </a:p>
          <a:p>
            <a:endParaRPr sz="2800" dirty="0">
              <a:solidFill>
                <a:srgbClr val="FFFFFF"/>
              </a:solidFill>
              <a:latin typeface="Roboto Light"/>
            </a:endParaRPr>
          </a:p>
          <a:p>
            <a:r>
              <a:rPr sz="2800" dirty="0" err="1">
                <a:solidFill>
                  <a:srgbClr val="FFFFFF"/>
                </a:solidFill>
                <a:latin typeface="Roboto Light"/>
              </a:rPr>
              <a:t>Definicao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do Google: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2800" dirty="0">
                <a:solidFill>
                  <a:srgbClr val="FFFFFF"/>
                </a:solidFill>
                <a:latin typeface="Roboto Light"/>
              </a:rPr>
              <a:t>C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ultura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pratica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engenharia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que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unifica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o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desenvolvimento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(Dev)</a:t>
            </a:r>
            <a:r>
              <a:rPr lang="pt-BR"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e a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operacao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(Ops) de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sistemas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de ML</a:t>
            </a:r>
          </a:p>
          <a:p>
            <a:endParaRPr sz="2800" dirty="0">
              <a:solidFill>
                <a:srgbClr val="FFFFFF"/>
              </a:solidFill>
              <a:latin typeface="Roboto Light"/>
            </a:endParaRPr>
          </a:p>
          <a:p>
            <a:r>
              <a:rPr sz="2800" dirty="0">
                <a:solidFill>
                  <a:srgbClr val="FFFFFF"/>
                </a:solidFill>
                <a:latin typeface="Roboto Light"/>
              </a:rPr>
              <a:t>Por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que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DevOps nao basta: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2800" dirty="0">
                <a:solidFill>
                  <a:srgbClr val="FFFFFF"/>
                </a:solidFill>
                <a:latin typeface="Roboto Light"/>
              </a:rPr>
              <a:t>E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m ML se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versiona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codigo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+ dados +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modelos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+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configuracoes</a:t>
            </a:r>
            <a:endParaRPr sz="28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2800" dirty="0" err="1">
                <a:solidFill>
                  <a:srgbClr val="FFFFFF"/>
                </a:solidFill>
                <a:latin typeface="Roboto Light"/>
              </a:rPr>
              <a:t>P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erformance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degrada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naturalmente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(drift)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mesmo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sem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mudar o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codigo</a:t>
            </a:r>
            <a:endParaRPr sz="28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2800" dirty="0">
                <a:solidFill>
                  <a:srgbClr val="FFFFFF"/>
                </a:solidFill>
                <a:latin typeface="Roboto Light"/>
              </a:rPr>
              <a:t>M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esmo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codigo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+ dados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diferentes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=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resultado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diferente</a:t>
            </a:r>
            <a:endParaRPr sz="28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O QUE E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MLOPS?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565104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Nivel 0 -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Processo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Manual: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T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reino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no notebook, deploy manual,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monitoramento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Nivel 1 - Pipeline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Automatizado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E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xperiment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tracking, deploy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automatizado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retreino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via triggers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Nivel 2 - CI/CD de Pipelines: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P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ipeline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versionado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testado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como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software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T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estes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automatizados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codigo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dados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cada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commit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NIVEIS DE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MATURIDADE (GOOGLE)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solidFill>
                  <a:srgbClr val="FFFFFF"/>
                </a:solidFill>
                <a:latin typeface="GothamHTF-Book"/>
              </a:rPr>
              <a:t>O CODIGO DE TREINAMENTO REPRESENTA MENOS DE 5% DE UM SISTEMA DE ML EM PRODUCAO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O restante e infraestrutura de dados, monitoramento, configuracao e serving -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conceito de "Technical Debt in Machine Learning" formalizado pelo Google em 2015.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Ref: Sculley, D. et al. (2015). Hidden Technical Debt in ML Systems. NeurIPS.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5038725" y="3429000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>
                <a:solidFill>
                  <a:srgbClr val="FFFFFF"/>
                </a:solidFill>
                <a:latin typeface="Roboto Light"/>
              </a:rPr>
              <a:t>1. Abrir a UI do MLflow (ui_mlflow.sh) e localizar os Experiments</a:t>
            </a:r>
          </a:p>
          <a:p>
            <a:r>
              <a:rPr sz="2800">
                <a:solidFill>
                  <a:srgbClr val="FFFFFF"/>
                </a:solidFill>
                <a:latin typeface="Roboto Light"/>
              </a:rPr>
              <a:t>2. Encontrar o Model Registry (Models) e listar as versoes</a:t>
            </a:r>
          </a:p>
          <a:p>
            <a:r>
              <a:rPr sz="2800">
                <a:solidFill>
                  <a:srgbClr val="FFFFFF"/>
                </a:solidFill>
                <a:latin typeface="Roboto Light"/>
              </a:rPr>
              <a:t>3. Abrir a aba Actions do GitHub e checar se ha algum pipeline</a:t>
            </a:r>
          </a:p>
          <a:p>
            <a:r>
              <a:rPr sz="2800">
                <a:solidFill>
                  <a:srgbClr val="FFFFFF"/>
                </a:solidFill>
                <a:latin typeface="Roboto Light"/>
              </a:rPr>
              <a:t>4. Procurar uma Feature Store: quando ela passa a fazer falta?</a:t>
            </a:r>
          </a:p>
          <a:p>
            <a:r>
              <a:rPr sz="2800">
                <a:solidFill>
                  <a:srgbClr val="FFFFFF"/>
                </a:solidFill>
                <a:latin typeface="Roboto Light"/>
              </a:rPr>
              <a:t>5. Relacionar cada peca com um nivel de maturidade MLOps (0, 1 ou 2)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LAB PRATICO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CACA AO TESOURO MLOPS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4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8B90C-3AC6-2C3B-6E02-886AE2A0B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ço Reservado para Imagem 3">
            <a:extLst>
              <a:ext uri="{FF2B5EF4-FFF2-40B4-BE49-F238E27FC236}">
                <a16:creationId xmlns:a16="http://schemas.microsoft.com/office/drawing/2014/main" id="{785108DD-E0D5-7A3C-1AEB-6B3B65367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76D0CE7B-691B-C739-193A-CE1AC4AC221B}"/>
              </a:ext>
            </a:extLst>
          </p:cNvPr>
          <p:cNvSpPr/>
          <p:nvPr/>
        </p:nvSpPr>
        <p:spPr>
          <a:xfrm rot="19791614">
            <a:off x="4632501" y="1701351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739240-2FC5-19A0-F9C4-6D6D74A680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06BD5078-1EC7-2415-9E00-94869C7BE7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B5B5EA39-C9B1-00F6-F75D-3DF292B8CB6F}"/>
              </a:ext>
            </a:extLst>
          </p:cNvPr>
          <p:cNvSpPr txBox="1"/>
          <p:nvPr/>
        </p:nvSpPr>
        <p:spPr>
          <a:xfrm>
            <a:off x="537147" y="1133059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GothamHTF-Book"/>
              </a:rPr>
              <a:t>MLOPS</a:t>
            </a: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DCB3C989-79C1-F29F-8448-058CD89700A4}"/>
              </a:ext>
            </a:extLst>
          </p:cNvPr>
          <p:cNvSpPr txBox="1"/>
          <p:nvPr/>
        </p:nvSpPr>
        <p:spPr>
          <a:xfrm>
            <a:off x="537147" y="4033334"/>
            <a:ext cx="110960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GothamHTF-Book" pitchFamily="2" charset="0"/>
              </a:rPr>
              <a:t>MAPEANDO O ECOSSISTEMA	</a:t>
            </a:r>
            <a:endParaRPr sz="6600" dirty="0">
              <a:solidFill>
                <a:schemeClr val="bg1"/>
              </a:solidFill>
              <a:latin typeface="GothamHTF-Book"/>
            </a:endParaRPr>
          </a:p>
          <a:p>
            <a:r>
              <a:rPr sz="2800" dirty="0">
                <a:solidFill>
                  <a:schemeClr val="bg1"/>
                </a:solidFill>
                <a:latin typeface="GothamHTF-Book"/>
              </a:rPr>
              <a:t>PARTE 0</a:t>
            </a:r>
            <a:r>
              <a:rPr lang="pt-BR" sz="2800" dirty="0">
                <a:solidFill>
                  <a:schemeClr val="bg1"/>
                </a:solidFill>
                <a:latin typeface="GothamHTF-Book"/>
              </a:rPr>
              <a:t>2</a:t>
            </a:r>
            <a:endParaRPr sz="2800" dirty="0">
              <a:solidFill>
                <a:schemeClr val="bg1"/>
              </a:solidFill>
              <a:latin typeface="GothamHTF-Book"/>
            </a:endParaRPr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B769A7B4-EC6C-3E34-EB31-F02E42E00CD0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1800">
                <a:solidFill>
                  <a:schemeClr val="bg1"/>
                </a:solidFill>
                <a:latin typeface="Roboto Light"/>
              </a:rPr>
              <a:t>Prof. Rafael Tavares</a:t>
            </a:r>
            <a:endParaRPr lang="id-ID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070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81F3C9F-E41C-AD9D-5C0B-9B81EC2D5025}"/>
              </a:ext>
            </a:extLst>
          </p:cNvPr>
          <p:cNvSpPr/>
          <p:nvPr/>
        </p:nvSpPr>
        <p:spPr>
          <a:xfrm>
            <a:off x="-884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3247AE3B-9E25-C0F4-D90D-31B2AB35F76A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38009B7-BA93-1326-DE2C-5504A83D37E8}"/>
              </a:ext>
            </a:extLst>
          </p:cNvPr>
          <p:cNvSpPr txBox="1"/>
          <p:nvPr/>
        </p:nvSpPr>
        <p:spPr>
          <a:xfrm>
            <a:off x="682823" y="1127999"/>
            <a:ext cx="9701015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6000" dirty="0">
                <a:latin typeface="GothamHTF-Book" pitchFamily="2" charset="0"/>
              </a:rPr>
              <a:t>MAPEANDO O</a:t>
            </a:r>
            <a:r>
              <a:rPr lang="en-US" sz="6000" dirty="0">
                <a:solidFill>
                  <a:srgbClr val="D30F59"/>
                </a:solidFill>
                <a:latin typeface="GothamHTF-Book" pitchFamily="2" charset="0"/>
              </a:rPr>
              <a:t> ECOSSISTEMA</a:t>
            </a: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r>
              <a:rPr lang="id" sz="3200" dirty="0">
                <a:solidFill>
                  <a:schemeClr val="bg1">
                    <a:lumMod val="8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Os componentes de uma plataforma MLOps completa e as ferramentas certas para cada funcao.</a:t>
            </a:r>
            <a:endParaRPr lang="en-US" sz="32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8" name="Freeform: Shape 40">
            <a:extLst>
              <a:ext uri="{FF2B5EF4-FFF2-40B4-BE49-F238E27FC236}">
                <a16:creationId xmlns:a16="http://schemas.microsoft.com/office/drawing/2014/main" id="{498F4500-071A-74CE-52FD-21AF1A48E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9" name="Freeform: Shape 41">
            <a:extLst>
              <a:ext uri="{FF2B5EF4-FFF2-40B4-BE49-F238E27FC236}">
                <a16:creationId xmlns:a16="http://schemas.microsoft.com/office/drawing/2014/main" id="{4FA6BE4A-2E32-BE0F-F779-54722F50F8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02644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 err="1">
                <a:solidFill>
                  <a:srgbClr val="FFFFFF"/>
                </a:solidFill>
                <a:latin typeface="Roboto Light"/>
              </a:rPr>
              <a:t>Componentes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uma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plataforma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MLOps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completa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Experiment tracking, model registry e feature store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 err="1">
                <a:solidFill>
                  <a:srgbClr val="FFFFFF"/>
                </a:solidFill>
                <a:latin typeface="Roboto Light"/>
              </a:rPr>
              <a:t>Orquestracao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versionamento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dados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monitoramento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Ferramentas do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ecossistema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MLflow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DVC, Feast, Kubeflow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Ref: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MLflow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Documentation.</a:t>
            </a:r>
          </a:p>
          <a:p>
            <a:r>
              <a:rPr sz="3600" dirty="0" err="1">
                <a:solidFill>
                  <a:srgbClr val="FFFFFF"/>
                </a:solidFill>
                <a:latin typeface="Roboto Light"/>
              </a:rPr>
              <a:t>mlflow.org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/docs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AGENDA DESTA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PARTE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104928"/>
            <a:ext cx="15302243" cy="7116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200" dirty="0">
                <a:solidFill>
                  <a:srgbClr val="FFFFFF"/>
                </a:solidFill>
                <a:latin typeface="Roboto Light"/>
              </a:rPr>
              <a:t>Experiment Tracking: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200" dirty="0">
                <a:solidFill>
                  <a:srgbClr val="FFFFFF"/>
                </a:solidFill>
                <a:latin typeface="Roboto Light"/>
              </a:rPr>
              <a:t>R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egistra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parametros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artefatos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(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MLflow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, W&amp;B,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Neptune.ai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)</a:t>
            </a:r>
          </a:p>
          <a:p>
            <a:endParaRPr sz="32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Model Registry:</a:t>
            </a: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200" dirty="0">
                <a:solidFill>
                  <a:srgbClr val="FFFFFF"/>
                </a:solidFill>
                <a:latin typeface="Roboto Light"/>
              </a:rPr>
              <a:t>A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rmazena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versiona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gerencia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modelos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aprovados</a:t>
            </a:r>
            <a:endParaRPr sz="3200" dirty="0">
              <a:solidFill>
                <a:srgbClr val="FFFFFF"/>
              </a:solidFill>
              <a:latin typeface="Roboto Light"/>
            </a:endParaRPr>
          </a:p>
          <a:p>
            <a:endParaRPr sz="32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Feature Store:</a:t>
            </a: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200" dirty="0">
                <a:solidFill>
                  <a:srgbClr val="FFFFFF"/>
                </a:solidFill>
                <a:latin typeface="Roboto Light"/>
              </a:rPr>
              <a:t>G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arante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consistencia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entre features de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treino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producao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(Feast,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Tecton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)</a:t>
            </a:r>
          </a:p>
          <a:p>
            <a:endParaRPr sz="32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Orchestration:</a:t>
            </a: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200" dirty="0">
                <a:solidFill>
                  <a:srgbClr val="FFFFFF"/>
                </a:solidFill>
                <a:latin typeface="Roboto Light"/>
              </a:rPr>
              <a:t>O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rquestra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pipelines de dados e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treinamento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(Airflow, Kubeflow, Prefect)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486197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COMPONENTES DE UMA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PLATAFORMA MLOPS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67814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200" dirty="0">
                <a:solidFill>
                  <a:srgbClr val="FFFFFF"/>
                </a:solidFill>
                <a:latin typeface="Roboto Light"/>
              </a:rPr>
              <a:t>Tracking &amp; Projects: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MLflow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Tracking -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registra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parametros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artefatos</a:t>
            </a:r>
            <a:endParaRPr sz="32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MLflow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Projects -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empacota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codigo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formato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reproduzivel</a:t>
            </a:r>
            <a:endParaRPr sz="3200" dirty="0">
              <a:solidFill>
                <a:srgbClr val="FFFFFF"/>
              </a:solidFill>
              <a:latin typeface="Roboto Light"/>
            </a:endParaRPr>
          </a:p>
          <a:p>
            <a:endParaRPr sz="3200" dirty="0">
              <a:solidFill>
                <a:srgbClr val="FFFFFF"/>
              </a:solidFill>
              <a:latin typeface="Roboto Light"/>
            </a:endParaRP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Models &amp; Registry: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MLflow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Models -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empacota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modelos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formato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padrao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para deploy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  MLflow Model Registry - versiona e promove via aliases</a:t>
            </a:r>
            <a:endParaRPr sz="3200" dirty="0">
              <a:solidFill>
                <a:srgbClr val="FFFFFF"/>
              </a:solidFill>
              <a:latin typeface="Roboto Light"/>
            </a:endParaRPr>
          </a:p>
          <a:p>
            <a:endParaRPr sz="3200" dirty="0">
              <a:solidFill>
                <a:srgbClr val="FFFFFF"/>
              </a:solidFill>
              <a:latin typeface="Roboto Light"/>
            </a:endParaRP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Ref: Zaharia, M. et al. (2018). Accelerating the ML Lifecycle with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MLflow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MLFLOW: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OS QUATRO COMPONENTES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565104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DVC (Data Version Control):</a:t>
            </a: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200" dirty="0">
                <a:solidFill>
                  <a:srgbClr val="FFFFFF"/>
                </a:solidFill>
                <a:latin typeface="Roboto Light"/>
              </a:rPr>
              <a:t>F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unciona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como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Git para dados;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ponteiros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versionados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storage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externo</a:t>
            </a:r>
            <a:endParaRPr sz="3200" dirty="0">
              <a:solidFill>
                <a:srgbClr val="FFFFFF"/>
              </a:solidFill>
              <a:latin typeface="Roboto Light"/>
            </a:endParaRPr>
          </a:p>
          <a:p>
            <a:endParaRPr sz="32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Weights &amp; Biases (W&amp;B):</a:t>
            </a: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200" dirty="0">
                <a:solidFill>
                  <a:srgbClr val="FFFFFF"/>
                </a:solidFill>
                <a:latin typeface="Roboto Light"/>
              </a:rPr>
              <a:t>E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xperiment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tracking com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visualizacoes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avancadas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colaboracao</a:t>
            </a:r>
            <a:endParaRPr sz="3200" dirty="0">
              <a:solidFill>
                <a:srgbClr val="FFFFFF"/>
              </a:solidFill>
              <a:latin typeface="Roboto Light"/>
            </a:endParaRPr>
          </a:p>
          <a:p>
            <a:endParaRPr sz="32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Kubeflow Pipelines:</a:t>
            </a: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200" dirty="0">
                <a:solidFill>
                  <a:srgbClr val="FFFFFF"/>
                </a:solidFill>
                <a:latin typeface="Roboto Light"/>
              </a:rPr>
              <a:t>O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rquestrador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de pipelines de ML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que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roda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sobre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Kubernetes</a:t>
            </a:r>
          </a:p>
          <a:p>
            <a:endParaRPr sz="32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Feast (Feature Store):</a:t>
            </a: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200" dirty="0">
                <a:solidFill>
                  <a:srgbClr val="FFFFFF"/>
                </a:solidFill>
                <a:latin typeface="Roboto Light"/>
              </a:rPr>
              <a:t>E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vita o training-serving skew entre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treino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producao</a:t>
            </a:r>
            <a:endParaRPr sz="32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FERRAMENTAS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COMPLEMENTARES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565104"/>
            <a:ext cx="15082109" cy="49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1. MLflow local: mlflow.set_tracking_uri("sqlite:///mlflow.db")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2. python treino_com_mlflow.py --n-estimators 50 --max-depth 3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3. Repetir com outros hiperparametros (3 execucoes)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4. Dentro de with mlflow.start_run(): logar parametros e metricas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5. mlflow.sklearn.log_model(modelo, name="model")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6. Abrir a UI do MLflow e comparar as execucoes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3" y="661988"/>
            <a:ext cx="1686010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LAB PRATICO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EXPERIMENT TRACKING COM MLFLOW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50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BA722-D4E7-9F72-67E6-45578F51A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ço Reservado para Imagem 3">
            <a:extLst>
              <a:ext uri="{FF2B5EF4-FFF2-40B4-BE49-F238E27FC236}">
                <a16:creationId xmlns:a16="http://schemas.microsoft.com/office/drawing/2014/main" id="{17257822-FA0B-2988-5228-A32ADE97B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C30B91D9-5579-EC4C-DE24-C360CA2EA50C}"/>
              </a:ext>
            </a:extLst>
          </p:cNvPr>
          <p:cNvSpPr/>
          <p:nvPr/>
        </p:nvSpPr>
        <p:spPr>
          <a:xfrm rot="19791614">
            <a:off x="4632501" y="1701351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BFEB963E-D2EB-B3D2-C9F3-543A5FAF47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4F0CC81-D79E-C12C-761E-BCB860F507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3AC1781B-9E25-A241-84C1-C6D47FE81014}"/>
              </a:ext>
            </a:extLst>
          </p:cNvPr>
          <p:cNvSpPr txBox="1"/>
          <p:nvPr/>
        </p:nvSpPr>
        <p:spPr>
          <a:xfrm>
            <a:off x="537147" y="1133059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GothamHTF-Book"/>
              </a:rPr>
              <a:t>MLOPS</a:t>
            </a: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1EC76A71-A359-674F-37FE-6E3636ED1490}"/>
              </a:ext>
            </a:extLst>
          </p:cNvPr>
          <p:cNvSpPr txBox="1"/>
          <p:nvPr/>
        </p:nvSpPr>
        <p:spPr>
          <a:xfrm>
            <a:off x="537147" y="4033334"/>
            <a:ext cx="1109605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GothamHTF-Book" pitchFamily="2" charset="0"/>
              </a:rPr>
              <a:t>MLFLOW NA PRATICA 	</a:t>
            </a:r>
            <a:endParaRPr sz="6600" dirty="0">
              <a:solidFill>
                <a:schemeClr val="bg1"/>
              </a:solidFill>
              <a:latin typeface="GothamHTF-Book"/>
            </a:endParaRPr>
          </a:p>
          <a:p>
            <a:r>
              <a:rPr sz="2800" dirty="0">
                <a:solidFill>
                  <a:schemeClr val="bg1"/>
                </a:solidFill>
                <a:latin typeface="GothamHTF-Book"/>
              </a:rPr>
              <a:t>PARTE 0</a:t>
            </a:r>
            <a:r>
              <a:rPr lang="pt-BR" sz="2800" dirty="0">
                <a:solidFill>
                  <a:schemeClr val="bg1"/>
                </a:solidFill>
                <a:latin typeface="GothamHTF-Book"/>
              </a:rPr>
              <a:t>3</a:t>
            </a:r>
            <a:endParaRPr sz="2800" dirty="0">
              <a:solidFill>
                <a:schemeClr val="bg1"/>
              </a:solidFill>
              <a:latin typeface="GothamHTF-Book"/>
            </a:endParaRPr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79AE9370-64E6-AC99-90C5-C6527A704B22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1800">
                <a:solidFill>
                  <a:schemeClr val="bg1"/>
                </a:solidFill>
                <a:latin typeface="Roboto Light"/>
              </a:rPr>
              <a:t>Prof. Rafael Tavares</a:t>
            </a:r>
            <a:endParaRPr lang="id-ID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018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81F3C9F-E41C-AD9D-5C0B-9B81EC2D5025}"/>
              </a:ext>
            </a:extLst>
          </p:cNvPr>
          <p:cNvSpPr/>
          <p:nvPr/>
        </p:nvSpPr>
        <p:spPr>
          <a:xfrm>
            <a:off x="-884" y="118533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3247AE3B-9E25-C0F4-D90D-31B2AB35F76A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38009B7-BA93-1326-DE2C-5504A83D37E8}"/>
              </a:ext>
            </a:extLst>
          </p:cNvPr>
          <p:cNvSpPr txBox="1"/>
          <p:nvPr/>
        </p:nvSpPr>
        <p:spPr>
          <a:xfrm>
            <a:off x="615089" y="1127999"/>
            <a:ext cx="9701015" cy="4678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6000" dirty="0">
                <a:latin typeface="GothamHTF-Book" pitchFamily="2" charset="0"/>
              </a:rPr>
              <a:t>MLFLOW</a:t>
            </a:r>
            <a:r>
              <a:rPr lang="en-US" sz="6000" dirty="0">
                <a:solidFill>
                  <a:srgbClr val="D30F59"/>
                </a:solidFill>
                <a:latin typeface="GothamHTF-Book" pitchFamily="2" charset="0"/>
              </a:rPr>
              <a:t> NA PRATICA</a:t>
            </a: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r>
              <a:rPr lang="id" sz="3200" dirty="0">
                <a:solidFill>
                  <a:schemeClr val="bg1">
                    <a:lumMod val="8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Experiment tracking e Model Registry na pratica - do treino ao deploy.</a:t>
            </a:r>
            <a:endParaRPr lang="en-US" sz="32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8" name="Freeform: Shape 40">
            <a:extLst>
              <a:ext uri="{FF2B5EF4-FFF2-40B4-BE49-F238E27FC236}">
                <a16:creationId xmlns:a16="http://schemas.microsoft.com/office/drawing/2014/main" id="{498F4500-071A-74CE-52FD-21AF1A48E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9" name="Freeform: Shape 41">
            <a:extLst>
              <a:ext uri="{FF2B5EF4-FFF2-40B4-BE49-F238E27FC236}">
                <a16:creationId xmlns:a16="http://schemas.microsoft.com/office/drawing/2014/main" id="{4FA6BE4A-2E32-BE0F-F779-54722F50F8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565104"/>
            <a:ext cx="1675850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Experiment tracking com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MLflow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parametros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artefatos</a:t>
            </a:r>
            <a:endParaRPr lang="pt-BR"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Model Registry: versionamento, aliases e promocao para producao</a:t>
            </a:r>
            <a:endParaRPr lang="pt-BR"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 err="1">
                <a:solidFill>
                  <a:srgbClr val="FFFFFF"/>
                </a:solidFill>
                <a:latin typeface="Roboto Light"/>
              </a:rPr>
              <a:t>Fluxo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tipico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um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experimento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producao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Cases de mercado: Uber Michelangelo e Spotify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Ref: Hermann, J. &amp; Del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Balso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M. (2017).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Meet Michelangelo. Uber Eng Blog.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AGENDA DESTA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PARTE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572148"/>
            <a:ext cx="1579330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Cada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execucao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(run)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registra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P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arametros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hiperparametros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usados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learning_rate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n_estimators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M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etricas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resultados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obtidos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(accuracy, F1, RMSE)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A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tefatos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treinado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graficos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datasets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T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ags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metadados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adicionais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autor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versao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do dataset)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A interface web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permite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comparar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dezenas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execucoes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reproduzir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qualquer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experimento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anterior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EXPERIMENT TRACKING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COM MLFLOW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744524"/>
            <a:ext cx="16707709" cy="4401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 err="1">
                <a:solidFill>
                  <a:srgbClr val="FFFFFF"/>
                </a:solidFill>
                <a:latin typeface="Roboto Light"/>
              </a:rPr>
              <a:t>Fluxo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tipico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cientista de dados treina o modelo e registra no tracking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promissor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registrado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no Model Registry 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versao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1)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recebe o alias @challenger para testes de integracao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apos aprovacao, o alias @champion vai para essa versao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rollback: basta mover o @champion de volta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3" y="661988"/>
            <a:ext cx="15048243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MODEL REGISTRY: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O GITHUB DOS MODELOS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solidFill>
                  <a:srgbClr val="FFFFFF"/>
                </a:solidFill>
                <a:latin typeface="GothamHTF-Book"/>
              </a:rPr>
              <a:t>O MERCADO GLOBAL DE MLOPS DEVE ATINGIR USD 23,4 BILHOES ATE 2029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O Uber reduziu o tempo de deploy de modelos de semanas para horas com a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plataforma Michelangelo. O Spotify combina Kubeflow, MLflow e feature store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propria para mais de 500 milhoes de usuarios.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Ref: Markets and Markets (2024). MLOps Market - Global Forecast.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819849" y="2276941"/>
            <a:ext cx="14978951" cy="56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4000" dirty="0">
                <a:solidFill>
                  <a:srgbClr val="FFFFFF"/>
                </a:solidFill>
                <a:latin typeface="Roboto Light"/>
              </a:rPr>
              <a:t>1. mlflow.register_model(model_uri, "churn-model")</a:t>
            </a:r>
          </a:p>
          <a:p>
            <a:r>
              <a:rPr sz="4000" dirty="0">
                <a:solidFill>
                  <a:srgbClr val="FFFFFF"/>
                </a:solidFill>
                <a:latin typeface="Roboto Light"/>
              </a:rPr>
              <a:t>2. Marcar a nova versao com o alias @challenger</a:t>
            </a:r>
            <a:endParaRPr sz="4000" dirty="0">
              <a:solidFill>
                <a:srgbClr val="FFFFFF"/>
              </a:solidFill>
              <a:latin typeface="Roboto Light"/>
            </a:endParaRPr>
          </a:p>
          <a:p>
            <a:r>
              <a:rPr sz="4000" dirty="0">
                <a:solidFill>
                  <a:srgbClr val="FFFFFF"/>
                </a:solidFill>
                <a:latin typeface="Roboto Light"/>
              </a:rPr>
              <a:t>3. Validar: f1 minimo e melhor que o @champion atual</a:t>
            </a:r>
          </a:p>
          <a:p>
            <a:r>
              <a:rPr sz="4000" dirty="0">
                <a:solidFill>
                  <a:srgbClr val="FFFFFF"/>
                </a:solidFill>
                <a:latin typeface="Roboto Light"/>
              </a:rPr>
              <a:t>4. client.set_registered_model_alias(nome, "champion", v)</a:t>
            </a:r>
          </a:p>
          <a:p>
            <a:r>
              <a:rPr sz="4000" dirty="0">
                <a:solidFill>
                  <a:srgbClr val="FFFFFF"/>
                </a:solidFill>
                <a:latin typeface="Roboto Light"/>
              </a:rPr>
              <a:t>5. O consumidor carrega "models:/churn-model@champion"</a:t>
            </a:r>
          </a:p>
          <a:p>
            <a:r>
              <a:rPr sz="4000" dirty="0">
                <a:solidFill>
                  <a:srgbClr val="FFFFFF"/>
                </a:solidFill>
                <a:latin typeface="Roboto Light"/>
              </a:rPr>
              <a:t>6. Rollback: mover @champion de volta para a versao anterior</a:t>
            </a:r>
            <a:endParaRPr sz="40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483695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LAB PRATICO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PROMOVENDO UM MODELO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solidFill>
                  <a:srgbClr val="FFFFFF"/>
                </a:solidFill>
                <a:latin typeface="GothamHTF-Book"/>
              </a:rPr>
              <a:t>REFERÊNCIAS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Treveil, M. et al. (2020). Introducing MLOps. O'Reilly Media.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Sculley, D. et al. (2015). Hidden Technical Debt in ML Systems. NeurIPS.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Zaharia, M. et al. (2018). Accelerating the ML Lifecycle with MLflow. IEEE.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Hermann, J. &amp; Del Balso, M. (2017). Meet Michelangelo. Uber Eng Blog.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MLflow Documentation. mlflow.org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04040"/>
      </a:dk2>
      <a:lt2>
        <a:srgbClr val="F8F8F8"/>
      </a:lt2>
      <a:accent1>
        <a:srgbClr val="2770FF"/>
      </a:accent1>
      <a:accent2>
        <a:srgbClr val="202020"/>
      </a:accent2>
      <a:accent3>
        <a:srgbClr val="3E3E3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3">
      <a:majorFont>
        <a:latin typeface="Inter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11174</TotalTime>
  <Words>1196</Words>
  <Application>Microsoft Macintosh PowerPoint</Application>
  <PresentationFormat>Personalizar</PresentationFormat>
  <Paragraphs>160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2" baseType="lpstr">
      <vt:lpstr>Arial</vt:lpstr>
      <vt:lpstr>Calibri</vt:lpstr>
      <vt:lpstr>Gotham HTF Book</vt:lpstr>
      <vt:lpstr>GothamHTF-Book</vt:lpstr>
      <vt:lpstr>Inter</vt:lpstr>
      <vt:lpstr>Open Sans</vt:lpstr>
      <vt:lpstr>Roboto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studio moara</dc:creator>
  <cp:lastModifiedBy>Rafael Tavares</cp:lastModifiedBy>
  <cp:revision>181</cp:revision>
  <dcterms:created xsi:type="dcterms:W3CDTF">2025-02-03T02:49:08Z</dcterms:created>
  <dcterms:modified xsi:type="dcterms:W3CDTF">2026-09-14T22:31:23Z</dcterms:modified>
</cp:coreProperties>
</file>