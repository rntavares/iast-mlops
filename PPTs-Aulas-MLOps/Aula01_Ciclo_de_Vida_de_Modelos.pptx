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26"/>
  </p:notesMasterIdLst>
  <p:handoutMasterIdLst>
    <p:handoutMasterId r:id="rId27"/>
  </p:handoutMasterIdLst>
  <p:sldIdLst>
    <p:sldId id="412" r:id="rId2"/>
    <p:sldId id="599" r:id="rId3"/>
    <p:sldId id="600" r:id="rId4"/>
    <p:sldId id="602" r:id="rId5"/>
    <p:sldId id="603" r:id="rId6"/>
    <p:sldId id="604" r:id="rId7"/>
    <p:sldId id="583" r:id="rId8"/>
    <p:sldId id="621" r:id="rId9"/>
    <p:sldId id="606" r:id="rId10"/>
    <p:sldId id="608" r:id="rId11"/>
    <p:sldId id="610" r:id="rId12"/>
    <p:sldId id="611" r:id="rId13"/>
    <p:sldId id="612" r:id="rId14"/>
    <p:sldId id="613" r:id="rId15"/>
    <p:sldId id="620" r:id="rId16"/>
    <p:sldId id="622" r:id="rId17"/>
    <p:sldId id="618" r:id="rId18"/>
    <p:sldId id="609" r:id="rId19"/>
    <p:sldId id="614" r:id="rId20"/>
    <p:sldId id="615" r:id="rId21"/>
    <p:sldId id="617" r:id="rId22"/>
    <p:sldId id="616" r:id="rId23"/>
    <p:sldId id="605" r:id="rId24"/>
    <p:sldId id="607" r:id="rId25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sign" id="{FA98A53D-3835-46EC-8D56-4737810CF699}">
          <p14:sldIdLst>
            <p14:sldId id="412"/>
            <p14:sldId id="599"/>
            <p14:sldId id="600"/>
            <p14:sldId id="602"/>
            <p14:sldId id="603"/>
            <p14:sldId id="604"/>
            <p14:sldId id="583"/>
            <p14:sldId id="621"/>
            <p14:sldId id="606"/>
            <p14:sldId id="608"/>
            <p14:sldId id="610"/>
            <p14:sldId id="611"/>
            <p14:sldId id="612"/>
            <p14:sldId id="613"/>
            <p14:sldId id="620"/>
            <p14:sldId id="622"/>
            <p14:sldId id="618"/>
            <p14:sldId id="609"/>
            <p14:sldId id="614"/>
            <p14:sldId id="615"/>
            <p14:sldId id="617"/>
            <p14:sldId id="616"/>
            <p14:sldId id="605"/>
            <p14:sldId id="6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0F59"/>
    <a:srgbClr val="9A0D3B"/>
    <a:srgbClr val="0B1527"/>
    <a:srgbClr val="020407"/>
    <a:srgbClr val="0A1322"/>
    <a:srgbClr val="B00E43"/>
    <a:srgbClr val="F5F5F5"/>
    <a:srgbClr val="000000"/>
    <a:srgbClr val="1B1B1B"/>
    <a:srgbClr val="A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3" autoAdjust="0"/>
    <p:restoredTop sz="94643"/>
  </p:normalViewPr>
  <p:slideViewPr>
    <p:cSldViewPr snapToGrid="0">
      <p:cViewPr varScale="1">
        <p:scale>
          <a:sx n="76" d="100"/>
          <a:sy n="76" d="100"/>
        </p:scale>
        <p:origin x="68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371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Tavares" userId="b5f6855f0475f1c2" providerId="LiveId" clId="{628D8C17-BF8F-5867-8BEA-63D513C56F74}"/>
    <pc:docChg chg="undo custSel addSld delSld modSld modSection">
      <pc:chgData name="Rafael Tavares" userId="b5f6855f0475f1c2" providerId="LiveId" clId="{628D8C17-BF8F-5867-8BEA-63D513C56F74}" dt="2026-09-14T21:57:43.659" v="61" actId="20577"/>
      <pc:docMkLst>
        <pc:docMk/>
      </pc:docMkLst>
      <pc:sldChg chg="addSp delSp modSp mod">
        <pc:chgData name="Rafael Tavares" userId="b5f6855f0475f1c2" providerId="LiveId" clId="{628D8C17-BF8F-5867-8BEA-63D513C56F74}" dt="2026-09-14T21:56:23.206" v="52" actId="20577"/>
        <pc:sldMkLst>
          <pc:docMk/>
          <pc:sldMk cId="154865287" sldId="412"/>
        </pc:sldMkLst>
        <pc:spChg chg="add del">
          <ac:chgData name="Rafael Tavares" userId="b5f6855f0475f1c2" providerId="LiveId" clId="{628D8C17-BF8F-5867-8BEA-63D513C56F74}" dt="2026-09-14T21:56:18.384" v="50" actId="22"/>
          <ac:spMkLst>
            <pc:docMk/>
            <pc:sldMk cId="154865287" sldId="412"/>
            <ac:spMk id="3" creationId="{233B9E29-772B-13AD-0F3C-AA29D571C87F}"/>
          </ac:spMkLst>
        </pc:spChg>
        <pc:spChg chg="mod">
          <ac:chgData name="Rafael Tavares" userId="b5f6855f0475f1c2" providerId="LiveId" clId="{628D8C17-BF8F-5867-8BEA-63D513C56F74}" dt="2026-09-14T21:56:23.206" v="52" actId="20577"/>
          <ac:spMkLst>
            <pc:docMk/>
            <pc:sldMk cId="154865287" sldId="412"/>
            <ac:spMk id="6" creationId="{03D2F79E-68B9-9E71-2C2C-DCB3B88D9BFE}"/>
          </ac:spMkLst>
        </pc:spChg>
      </pc:sldChg>
      <pc:sldChg chg="modSp mod">
        <pc:chgData name="Rafael Tavares" userId="b5f6855f0475f1c2" providerId="LiveId" clId="{628D8C17-BF8F-5867-8BEA-63D513C56F74}" dt="2026-09-14T21:56:46.843" v="54" actId="255"/>
        <pc:sldMkLst>
          <pc:docMk/>
          <pc:sldMk cId="0" sldId="599"/>
        </pc:sldMkLst>
        <pc:spChg chg="mod">
          <ac:chgData name="Rafael Tavares" userId="b5f6855f0475f1c2" providerId="LiveId" clId="{628D8C17-BF8F-5867-8BEA-63D513C56F74}" dt="2026-09-14T21:56:46.843" v="54" actId="255"/>
          <ac:spMkLst>
            <pc:docMk/>
            <pc:sldMk cId="0" sldId="599"/>
            <ac:spMk id="2" creationId="{AC7A883F-1FF0-76A8-05EE-4226BFEB3B2A}"/>
          </ac:spMkLst>
        </pc:spChg>
      </pc:sldChg>
      <pc:sldChg chg="modSp mod">
        <pc:chgData name="Rafael Tavares" userId="b5f6855f0475f1c2" providerId="LiveId" clId="{628D8C17-BF8F-5867-8BEA-63D513C56F74}" dt="2026-09-14T21:57:20.945" v="58" actId="12"/>
        <pc:sldMkLst>
          <pc:docMk/>
          <pc:sldMk cId="0" sldId="600"/>
        </pc:sldMkLst>
        <pc:spChg chg="mod">
          <ac:chgData name="Rafael Tavares" userId="b5f6855f0475f1c2" providerId="LiveId" clId="{628D8C17-BF8F-5867-8BEA-63D513C56F74}" dt="2026-09-14T21:57:20.945" v="58" actId="12"/>
          <ac:spMkLst>
            <pc:docMk/>
            <pc:sldMk cId="0" sldId="60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1:56:32.548" v="53" actId="1076"/>
        <pc:sldMkLst>
          <pc:docMk/>
          <pc:sldMk cId="0" sldId="606"/>
        </pc:sldMkLst>
        <pc:spChg chg="mod">
          <ac:chgData name="Rafael Tavares" userId="b5f6855f0475f1c2" providerId="LiveId" clId="{628D8C17-BF8F-5867-8BEA-63D513C56F74}" dt="2026-09-14T21:56:32.548" v="53" actId="1076"/>
          <ac:spMkLst>
            <pc:docMk/>
            <pc:sldMk cId="0" sldId="606"/>
            <ac:spMk id="4" creationId="{581F3C9F-E41C-AD9D-5C0B-9B81EC2D5025}"/>
          </ac:spMkLst>
        </pc:spChg>
        <pc:spChg chg="mod">
          <ac:chgData name="Rafael Tavares" userId="b5f6855f0475f1c2" providerId="LiveId" clId="{628D8C17-BF8F-5867-8BEA-63D513C56F74}" dt="2026-09-14T21:55:14.310" v="11" actId="20577"/>
          <ac:spMkLst>
            <pc:docMk/>
            <pc:sldMk cId="0" sldId="606"/>
            <ac:spMk id="6" creationId="{B38009B7-BA93-1326-DE2C-5504A83D37E8}"/>
          </ac:spMkLst>
        </pc:spChg>
      </pc:sldChg>
      <pc:sldChg chg="modSp mod">
        <pc:chgData name="Rafael Tavares" userId="b5f6855f0475f1c2" providerId="LiveId" clId="{628D8C17-BF8F-5867-8BEA-63D513C56F74}" dt="2026-09-14T21:57:43.659" v="61" actId="20577"/>
        <pc:sldMkLst>
          <pc:docMk/>
          <pc:sldMk cId="0" sldId="618"/>
        </pc:sldMkLst>
        <pc:spChg chg="mod">
          <ac:chgData name="Rafael Tavares" userId="b5f6855f0475f1c2" providerId="LiveId" clId="{628D8C17-BF8F-5867-8BEA-63D513C56F74}" dt="2026-09-14T21:57:43.659" v="61" actId="20577"/>
          <ac:spMkLst>
            <pc:docMk/>
            <pc:sldMk cId="0" sldId="618"/>
            <ac:spMk id="6" creationId="{B38009B7-BA93-1326-DE2C-5504A83D37E8}"/>
          </ac:spMkLst>
        </pc:spChg>
      </pc:sldChg>
      <pc:sldChg chg="del">
        <pc:chgData name="Rafael Tavares" userId="b5f6855f0475f1c2" providerId="LiveId" clId="{628D8C17-BF8F-5867-8BEA-63D513C56F74}" dt="2026-09-14T21:54:18.982" v="0" actId="2696"/>
        <pc:sldMkLst>
          <pc:docMk/>
          <pc:sldMk cId="108692792" sldId="619"/>
        </pc:sldMkLst>
      </pc:sldChg>
      <pc:sldChg chg="modSp add mod">
        <pc:chgData name="Rafael Tavares" userId="b5f6855f0475f1c2" providerId="LiveId" clId="{628D8C17-BF8F-5867-8BEA-63D513C56F74}" dt="2026-09-14T21:56:12.751" v="48" actId="1076"/>
        <pc:sldMkLst>
          <pc:docMk/>
          <pc:sldMk cId="14535933" sldId="621"/>
        </pc:sldMkLst>
        <pc:spChg chg="mod">
          <ac:chgData name="Rafael Tavares" userId="b5f6855f0475f1c2" providerId="LiveId" clId="{628D8C17-BF8F-5867-8BEA-63D513C56F74}" dt="2026-09-14T21:56:12.751" v="48" actId="1076"/>
          <ac:spMkLst>
            <pc:docMk/>
            <pc:sldMk cId="14535933" sldId="621"/>
            <ac:spMk id="6" creationId="{ADDF2FB4-13A7-E77F-D855-1C9A11F65AA5}"/>
          </ac:spMkLst>
        </pc:spChg>
        <pc:spChg chg="mod">
          <ac:chgData name="Rafael Tavares" userId="b5f6855f0475f1c2" providerId="LiveId" clId="{628D8C17-BF8F-5867-8BEA-63D513C56F74}" dt="2026-09-14T21:55:02.786" v="8" actId="207"/>
          <ac:spMkLst>
            <pc:docMk/>
            <pc:sldMk cId="14535933" sldId="621"/>
            <ac:spMk id="10" creationId="{F4B0469A-BFF5-1E5C-9464-D2999B1B0CF7}"/>
          </ac:spMkLst>
        </pc:spChg>
        <pc:picChg chg="mod">
          <ac:chgData name="Rafael Tavares" userId="b5f6855f0475f1c2" providerId="LiveId" clId="{628D8C17-BF8F-5867-8BEA-63D513C56F74}" dt="2026-09-14T21:55:05.601" v="10" actId="1076"/>
          <ac:picMkLst>
            <pc:docMk/>
            <pc:sldMk cId="14535933" sldId="621"/>
            <ac:picMk id="7" creationId="{223EF94F-2B5B-C32B-22A6-A2B75262BF2C}"/>
          </ac:picMkLst>
        </pc:picChg>
      </pc:sldChg>
      <pc:sldChg chg="modSp add mod">
        <pc:chgData name="Rafael Tavares" userId="b5f6855f0475f1c2" providerId="LiveId" clId="{628D8C17-BF8F-5867-8BEA-63D513C56F74}" dt="2026-09-14T21:57:36.851" v="60" actId="20577"/>
        <pc:sldMkLst>
          <pc:docMk/>
          <pc:sldMk cId="1049315733" sldId="622"/>
        </pc:sldMkLst>
        <pc:spChg chg="mod">
          <ac:chgData name="Rafael Tavares" userId="b5f6855f0475f1c2" providerId="LiveId" clId="{628D8C17-BF8F-5867-8BEA-63D513C56F74}" dt="2026-09-14T21:55:54.767" v="31" actId="1076"/>
          <ac:spMkLst>
            <pc:docMk/>
            <pc:sldMk cId="1049315733" sldId="622"/>
            <ac:spMk id="6" creationId="{D646EB67-1A2C-906E-8AC0-E74E777E1F4D}"/>
          </ac:spMkLst>
        </pc:spChg>
        <pc:spChg chg="mod">
          <ac:chgData name="Rafael Tavares" userId="b5f6855f0475f1c2" providerId="LiveId" clId="{628D8C17-BF8F-5867-8BEA-63D513C56F74}" dt="2026-09-14T21:57:36.851" v="60" actId="20577"/>
          <ac:spMkLst>
            <pc:docMk/>
            <pc:sldMk cId="1049315733" sldId="622"/>
            <ac:spMk id="10" creationId="{37D80247-35CE-9682-B45C-A373BFFA650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84A51B-13BF-326B-C25F-0084182519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7ADFD-2107-F4F5-8721-E28C913C71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7EBC8-DF47-47B9-B7F5-2CB06F302988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1BBCB-86F2-4A50-D624-19C7618D022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AC57B-B3E0-2050-F9CD-39A219CDF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42198-F140-41E7-A44A-C3C116473F6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92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4D879-1A0A-D44F-8CAF-A6DE8D84D4FB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DE089-5E0D-4F42-A2B3-B4BC8AEE8C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44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7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12AB3BF-55CE-FD5C-A188-D97E445D0B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72790" y="1"/>
            <a:ext cx="7415210" cy="10287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7E0E76-1F36-C45D-5A5C-8AE14E934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163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F1E0921-40B9-D026-E88E-08C7AED8C4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9225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2FF481F-95A7-45CE-5E16-2F19F28330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3287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2902ACF7-F402-36DE-E2F2-1CBE6DB4A5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E6CD573-2023-79F2-8F18-E311E9EEC1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96050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D12191E-70C8-DE83-0BED-8BC3D4CBB3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330112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9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03D3B0-6168-6964-0338-9C8AABA1F7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111" y="3900869"/>
            <a:ext cx="8878824" cy="5724144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8725" y="2204295"/>
            <a:ext cx="3836988" cy="3826400"/>
          </a:xfrm>
          <a:custGeom>
            <a:avLst/>
            <a:gdLst>
              <a:gd name="connsiteX0" fmla="*/ 96364 w 1331913"/>
              <a:gd name="connsiteY0" fmla="*/ 0 h 1328238"/>
              <a:gd name="connsiteX1" fmla="*/ 1235549 w 1331913"/>
              <a:gd name="connsiteY1" fmla="*/ 0 h 1328238"/>
              <a:gd name="connsiteX2" fmla="*/ 1331913 w 1331913"/>
              <a:gd name="connsiteY2" fmla="*/ 96364 h 1328238"/>
              <a:gd name="connsiteX3" fmla="*/ 1331913 w 1331913"/>
              <a:gd name="connsiteY3" fmla="*/ 1231874 h 1328238"/>
              <a:gd name="connsiteX4" fmla="*/ 1235549 w 1331913"/>
              <a:gd name="connsiteY4" fmla="*/ 1328238 h 1328238"/>
              <a:gd name="connsiteX5" fmla="*/ 96364 w 1331913"/>
              <a:gd name="connsiteY5" fmla="*/ 1328238 h 1328238"/>
              <a:gd name="connsiteX6" fmla="*/ 0 w 1331913"/>
              <a:gd name="connsiteY6" fmla="*/ 1231874 h 1328238"/>
              <a:gd name="connsiteX7" fmla="*/ 0 w 1331913"/>
              <a:gd name="connsiteY7" fmla="*/ 96364 h 1328238"/>
              <a:gd name="connsiteX8" fmla="*/ 96364 w 1331913"/>
              <a:gd name="connsiteY8" fmla="*/ 0 h 1328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31913" h="1328238">
                <a:moveTo>
                  <a:pt x="96364" y="0"/>
                </a:moveTo>
                <a:lnTo>
                  <a:pt x="1235549" y="0"/>
                </a:lnTo>
                <a:cubicBezTo>
                  <a:pt x="1288769" y="0"/>
                  <a:pt x="1331913" y="43144"/>
                  <a:pt x="1331913" y="96364"/>
                </a:cubicBezTo>
                <a:lnTo>
                  <a:pt x="1331913" y="1231874"/>
                </a:lnTo>
                <a:cubicBezTo>
                  <a:pt x="1331913" y="1285094"/>
                  <a:pt x="1288769" y="1328238"/>
                  <a:pt x="1235549" y="1328238"/>
                </a:cubicBezTo>
                <a:lnTo>
                  <a:pt x="96364" y="1328238"/>
                </a:lnTo>
                <a:cubicBezTo>
                  <a:pt x="43144" y="1328238"/>
                  <a:pt x="0" y="1285094"/>
                  <a:pt x="0" y="1231874"/>
                </a:cubicBezTo>
                <a:lnTo>
                  <a:pt x="0" y="96364"/>
                </a:lnTo>
                <a:cubicBezTo>
                  <a:pt x="0" y="43144"/>
                  <a:pt x="43144" y="0"/>
                  <a:pt x="96364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390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81400" y="3423713"/>
            <a:ext cx="3836988" cy="3826400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18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10B1B8F-A07F-BC7C-86B2-4D90D8EE1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07525" y="661988"/>
            <a:ext cx="8211312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C2D63ACF-810C-81D6-0A2C-B2CCA0FA3FE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1885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235726A-0694-7443-C283-B589A53819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7529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7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10999856-B4C6-88C9-C70C-9F9B9F0FD6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369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166CCDDF-7DF3-63E1-B4CE-FDE335EEA1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441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42AD98E8-87A6-3FA0-1F41-9BC038A33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8796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DD10A45-9215-6907-5778-FE32AE4E35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83153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5323B5D6-0438-18B5-EC5B-118829A125A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368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264065C-1ABC-29A9-732A-0C25683F2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38725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33D9C92B-8244-A0CA-A645-F1078A33947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670" y="7265714"/>
            <a:ext cx="3840480" cy="3472624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5A14A5BE-2991-0A38-994F-2E74383821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5233" y="-422032"/>
            <a:ext cx="3840480" cy="1605029"/>
          </a:xfrm>
          <a:prstGeom prst="roundRect">
            <a:avLst>
              <a:gd name="adj" fmla="val 8216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F2A06A-3F5E-A2A1-DD0C-352D495596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1670" y="-422032"/>
            <a:ext cx="3840480" cy="3636966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1F275329-C137-4654-AB01-9BEF2A4F9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DC88D9-648B-4CE8-8B27-980F44B5EB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863230" y="4297691"/>
            <a:ext cx="3424770" cy="4190094"/>
          </a:xfrm>
          <a:custGeom>
            <a:avLst/>
            <a:gdLst>
              <a:gd name="connsiteX0" fmla="*/ 698349 w 2283180"/>
              <a:gd name="connsiteY0" fmla="*/ 0 h 2793396"/>
              <a:gd name="connsiteX1" fmla="*/ 2283180 w 2283180"/>
              <a:gd name="connsiteY1" fmla="*/ 0 h 2793396"/>
              <a:gd name="connsiteX2" fmla="*/ 2283180 w 2283180"/>
              <a:gd name="connsiteY2" fmla="*/ 2793396 h 2793396"/>
              <a:gd name="connsiteX3" fmla="*/ 0 w 2283180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3180" h="2793396">
                <a:moveTo>
                  <a:pt x="698349" y="0"/>
                </a:moveTo>
                <a:lnTo>
                  <a:pt x="2283180" y="0"/>
                </a:lnTo>
                <a:lnTo>
                  <a:pt x="2283180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ABC970B-89F4-46AC-AA98-F84A4B7DEA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2531" y="4297691"/>
            <a:ext cx="5433426" cy="4190094"/>
          </a:xfrm>
          <a:custGeom>
            <a:avLst/>
            <a:gdLst>
              <a:gd name="connsiteX0" fmla="*/ 698349 w 3622284"/>
              <a:gd name="connsiteY0" fmla="*/ 0 h 2793396"/>
              <a:gd name="connsiteX1" fmla="*/ 3622284 w 3622284"/>
              <a:gd name="connsiteY1" fmla="*/ 0 h 2793396"/>
              <a:gd name="connsiteX2" fmla="*/ 2923935 w 3622284"/>
              <a:gd name="connsiteY2" fmla="*/ 2793396 h 2793396"/>
              <a:gd name="connsiteX3" fmla="*/ 0 w 3622284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284" h="2793396">
                <a:moveTo>
                  <a:pt x="698349" y="0"/>
                </a:moveTo>
                <a:lnTo>
                  <a:pt x="3622284" y="0"/>
                </a:lnTo>
                <a:lnTo>
                  <a:pt x="2923935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6351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11EA3894-937B-4CA3-8E14-6FF628517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9354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5A26F2-CB99-8D3F-CEF9-61A4C6B7D8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26830" y="2316479"/>
            <a:ext cx="3556635" cy="6167259"/>
          </a:xfrm>
          <a:custGeom>
            <a:avLst/>
            <a:gdLst>
              <a:gd name="connsiteX0" fmla="*/ 0 w 2371090"/>
              <a:gd name="connsiteY0" fmla="*/ 0 h 4111506"/>
              <a:gd name="connsiteX1" fmla="*/ 2371090 w 2371090"/>
              <a:gd name="connsiteY1" fmla="*/ 0 h 4111506"/>
              <a:gd name="connsiteX2" fmla="*/ 2371090 w 2371090"/>
              <a:gd name="connsiteY2" fmla="*/ 4111506 h 4111506"/>
              <a:gd name="connsiteX3" fmla="*/ 927428 w 2371090"/>
              <a:gd name="connsiteY3" fmla="*/ 4111506 h 4111506"/>
              <a:gd name="connsiteX4" fmla="*/ 0 w 2371090"/>
              <a:gd name="connsiteY4" fmla="*/ 3184078 h 411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4111506">
                <a:moveTo>
                  <a:pt x="0" y="0"/>
                </a:moveTo>
                <a:lnTo>
                  <a:pt x="2371090" y="0"/>
                </a:lnTo>
                <a:lnTo>
                  <a:pt x="2371090" y="4111506"/>
                </a:lnTo>
                <a:lnTo>
                  <a:pt x="927428" y="4111506"/>
                </a:lnTo>
                <a:lnTo>
                  <a:pt x="0" y="318407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11627F-9C3A-8C6C-F7C6-CA1CC2650EE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607290" y="1813412"/>
            <a:ext cx="3556635" cy="4201152"/>
          </a:xfrm>
          <a:custGeom>
            <a:avLst/>
            <a:gdLst>
              <a:gd name="connsiteX0" fmla="*/ 0 w 2371090"/>
              <a:gd name="connsiteY0" fmla="*/ 0 h 2800768"/>
              <a:gd name="connsiteX1" fmla="*/ 1321740 w 2371090"/>
              <a:gd name="connsiteY1" fmla="*/ 0 h 2800768"/>
              <a:gd name="connsiteX2" fmla="*/ 2371090 w 2371090"/>
              <a:gd name="connsiteY2" fmla="*/ 1049350 h 2800768"/>
              <a:gd name="connsiteX3" fmla="*/ 2371090 w 2371090"/>
              <a:gd name="connsiteY3" fmla="*/ 2800768 h 2800768"/>
              <a:gd name="connsiteX4" fmla="*/ 0 w 2371090"/>
              <a:gd name="connsiteY4" fmla="*/ 2800768 h 28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2800768">
                <a:moveTo>
                  <a:pt x="0" y="0"/>
                </a:moveTo>
                <a:lnTo>
                  <a:pt x="1321740" y="0"/>
                </a:lnTo>
                <a:lnTo>
                  <a:pt x="2371090" y="1049350"/>
                </a:lnTo>
                <a:lnTo>
                  <a:pt x="2371090" y="2800768"/>
                </a:lnTo>
                <a:lnTo>
                  <a:pt x="0" y="280076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8713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7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12" r:id="rId2"/>
    <p:sldLayoutId id="2147483708" r:id="rId3"/>
    <p:sldLayoutId id="2147483718" r:id="rId4"/>
    <p:sldLayoutId id="2147483714" r:id="rId5"/>
    <p:sldLayoutId id="2147483722" r:id="rId6"/>
    <p:sldLayoutId id="2147483719" r:id="rId7"/>
    <p:sldLayoutId id="2147483720" r:id="rId8"/>
    <p:sldLayoutId id="2147483721" r:id="rId9"/>
    <p:sldLayoutId id="2147483727" r:id="rId10"/>
    <p:sldLayoutId id="2147483728" r:id="rId11"/>
    <p:sldLayoutId id="2147483734" r:id="rId12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2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2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2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" userDrawn="1">
          <p15:clr>
            <a:srgbClr val="F26B43"/>
          </p15:clr>
        </p15:guide>
        <p15:guide id="2" orient="horz" pos="6063" userDrawn="1">
          <p15:clr>
            <a:srgbClr val="F26B43"/>
          </p15:clr>
        </p15:guide>
        <p15:guide id="3" pos="11102" userDrawn="1">
          <p15:clr>
            <a:srgbClr val="F26B43"/>
          </p15:clr>
        </p15:guide>
        <p15:guide id="4" pos="419" userDrawn="1">
          <p15:clr>
            <a:srgbClr val="F26B43"/>
          </p15:clr>
        </p15:guide>
        <p15:guide id="5" pos="1338" userDrawn="1">
          <p15:clr>
            <a:srgbClr val="F26B43"/>
          </p15:clr>
        </p15:guide>
        <p15:guide id="6" pos="998" userDrawn="1">
          <p15:clr>
            <a:srgbClr val="F26B43"/>
          </p15:clr>
        </p15:guide>
        <p15:guide id="7" pos="1916" userDrawn="1">
          <p15:clr>
            <a:srgbClr val="F26B43"/>
          </p15:clr>
        </p15:guide>
        <p15:guide id="8" pos="2256" userDrawn="1">
          <p15:clr>
            <a:srgbClr val="F26B43"/>
          </p15:clr>
        </p15:guide>
        <p15:guide id="9" pos="2835" userDrawn="1">
          <p15:clr>
            <a:srgbClr val="F26B43"/>
          </p15:clr>
        </p15:guide>
        <p15:guide id="10" pos="3174" userDrawn="1">
          <p15:clr>
            <a:srgbClr val="F26B43"/>
          </p15:clr>
        </p15:guide>
        <p15:guide id="11" pos="3753" userDrawn="1">
          <p15:clr>
            <a:srgbClr val="F26B43"/>
          </p15:clr>
        </p15:guide>
        <p15:guide id="12" pos="4094" userDrawn="1">
          <p15:clr>
            <a:srgbClr val="F26B43"/>
          </p15:clr>
        </p15:guide>
        <p15:guide id="13" pos="4671" userDrawn="1">
          <p15:clr>
            <a:srgbClr val="F26B43"/>
          </p15:clr>
        </p15:guide>
        <p15:guide id="14" pos="5012" userDrawn="1">
          <p15:clr>
            <a:srgbClr val="F26B43"/>
          </p15:clr>
        </p15:guide>
        <p15:guide id="15" pos="5591" userDrawn="1">
          <p15:clr>
            <a:srgbClr val="F26B43"/>
          </p15:clr>
        </p15:guide>
        <p15:guide id="16" pos="5930" userDrawn="1">
          <p15:clr>
            <a:srgbClr val="F26B43"/>
          </p15:clr>
        </p15:guide>
        <p15:guide id="17" pos="6509" userDrawn="1">
          <p15:clr>
            <a:srgbClr val="F26B43"/>
          </p15:clr>
        </p15:guide>
        <p15:guide id="18" pos="6849" userDrawn="1">
          <p15:clr>
            <a:srgbClr val="F26B43"/>
          </p15:clr>
        </p15:guide>
        <p15:guide id="19" pos="7427" userDrawn="1">
          <p15:clr>
            <a:srgbClr val="F26B43"/>
          </p15:clr>
        </p15:guide>
        <p15:guide id="20" pos="7767" userDrawn="1">
          <p15:clr>
            <a:srgbClr val="F26B43"/>
          </p15:clr>
        </p15:guide>
        <p15:guide id="21" pos="8346" userDrawn="1">
          <p15:clr>
            <a:srgbClr val="F26B43"/>
          </p15:clr>
        </p15:guide>
        <p15:guide id="22" pos="8685" userDrawn="1">
          <p15:clr>
            <a:srgbClr val="F26B43"/>
          </p15:clr>
        </p15:guide>
        <p15:guide id="23" pos="9264" userDrawn="1">
          <p15:clr>
            <a:srgbClr val="F26B43"/>
          </p15:clr>
        </p15:guide>
        <p15:guide id="24" pos="9605" userDrawn="1">
          <p15:clr>
            <a:srgbClr val="F26B43"/>
          </p15:clr>
        </p15:guide>
        <p15:guide id="25" pos="10182" userDrawn="1">
          <p15:clr>
            <a:srgbClr val="F26B43"/>
          </p15:clr>
        </p15:guide>
        <p15:guide id="26" pos="105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C0FC-36F9-BC4C-F58B-50498F5F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Imagem 3">
            <a:extLst>
              <a:ext uri="{FF2B5EF4-FFF2-40B4-BE49-F238E27FC236}">
                <a16:creationId xmlns:a16="http://schemas.microsoft.com/office/drawing/2014/main" id="{8101EA6E-1FAA-84C1-0DB4-DA2FCCC1E08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8288000" cy="10287000"/>
          </a:xfrm>
        </p:spPr>
      </p:pic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85AF679F-94AE-55A4-66BD-826155E42F5F}"/>
              </a:ext>
            </a:extLst>
          </p:cNvPr>
          <p:cNvSpPr/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FBB523C2-80F0-0E35-1FF0-92B5BED32D02}"/>
              </a:ext>
            </a:extLst>
          </p:cNvPr>
          <p:cNvSpPr/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3D2F79E-68B9-9E71-2C2C-DCB3B88D9BFE}"/>
              </a:ext>
            </a:extLst>
          </p:cNvPr>
          <p:cNvSpPr txBox="1"/>
          <p:nvPr/>
        </p:nvSpPr>
        <p:spPr>
          <a:xfrm>
            <a:off x="567930" y="1217820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10" name="TextBox 22">
            <a:extLst>
              <a:ext uri="{FF2B5EF4-FFF2-40B4-BE49-F238E27FC236}">
                <a16:creationId xmlns:a16="http://schemas.microsoft.com/office/drawing/2014/main" id="{B0BEDA82-0B91-B5F1-3E37-228AEAF017C1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6600" dirty="0">
                <a:solidFill>
                  <a:schemeClr val="bg1"/>
                </a:solidFill>
                <a:latin typeface="GothamHTF-Book"/>
              </a:rPr>
              <a:t>CICLO DE VIDA DE ML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01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6013A430-3B4A-3724-F072-9A4342305CA5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Rectangle 38">
            <a:extLst>
              <a:ext uri="{FF2B5EF4-FFF2-40B4-BE49-F238E27FC236}">
                <a16:creationId xmlns:a16="http://schemas.microsoft.com/office/drawing/2014/main" id="{0E26EF9F-BCDE-D8E8-1F15-C89DAAABE717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65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92258" y="3769243"/>
            <a:ext cx="12585699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78% dos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projetos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ML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chegam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Definicao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problema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sucesso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Coleta,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preparacao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exploracao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dados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Feature engineering,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treinamento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Ref: Huyen, C. (2022). Designing Machine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Learning Systems. O'Reilly Media.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916881" y="184303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2800" dirty="0">
                <a:solidFill>
                  <a:srgbClr val="FFFFFF"/>
                </a:solidFill>
                <a:latin typeface="Roboto Light"/>
              </a:rPr>
              <a:t>Toda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pergunta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negocio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precisa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definicoes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 err="1">
                <a:solidFill>
                  <a:srgbClr val="FFFFFF"/>
                </a:solidFill>
                <a:latin typeface="Roboto Light"/>
              </a:rPr>
              <a:t>Metrica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sucesso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negocio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ex: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reducao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15% no churn</a:t>
            </a: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 err="1">
                <a:solidFill>
                  <a:srgbClr val="FFFFFF"/>
                </a:solidFill>
                <a:latin typeface="Roboto Light"/>
              </a:rPr>
              <a:t>Metrica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tecnica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ex: recall &gt; 0.80 para nao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perder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clientes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risco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Baseline: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qual a performance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sem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ML? (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regra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heuristica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atual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acerta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60%)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DEFINICAO DO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PROBLEMA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84303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2800" dirty="0">
                <a:solidFill>
                  <a:srgbClr val="FFFFFF"/>
                </a:solidFill>
                <a:latin typeface="Roboto Light"/>
              </a:rPr>
              <a:t>Coleta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preparacao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dados: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pipelines de ETL/ELT,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tratamento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dados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ausentes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duplicados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garbage in, garbage out -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nenhum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algoritmo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compensa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dados ruins</a:t>
            </a: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Exploracao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Feature Engineering: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EDA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revela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distribuicoes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correlacoes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anomalias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Treinamento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Validacao: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separacao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treino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/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validacao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/ teste, k-fold cross-validation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cuidado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com data leakage: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otimistas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nao se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sustentam</a:t>
            </a:r>
            <a:endParaRPr sz="28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>
                <a:latin typeface="GothamHTF-Book"/>
              </a:rPr>
              <a:t>COLETA, EDA E</a:t>
            </a:r>
          </a:p>
          <a:p>
            <a:r>
              <a:rPr sz="6000">
                <a:solidFill>
                  <a:srgbClr val="D30F59"/>
                </a:solidFill>
                <a:latin typeface="GothamHTF-Book"/>
              </a:rPr>
              <a:t>FEATURE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APENAS 22% DOS PROJETOS DE MACHINE LEARNING CHEGAM A PRODUCAO COM SUCESSO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A maioria dos cientistas de dados foca so no treinamento - que e apenas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uma fracao do trabalho necessario para gerar valor real.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pesquisa citada em Sculley et al. (2015), NeurIPS.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5338431"/>
            <a:ext cx="12585699" cy="369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Abrir o seu codespace (Code &gt; Codespaces)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 cd Labs_MLOps/Aula01_.../Parte1_EDA_e_Treino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Rodar: python treinar_modelo.py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Carregar os dados: pd.read_csv("dados/clientes.csv")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EDA rapida: df.info(), df.describe(), df.isnull().sum()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Treinar um RandomForestClassifier dentro de um Pipeline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Comparar accuracy, recall e F1 com o baseline (regra sem ML)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7. Salvar o modelo localmente: joblib.dump(modelo, "model.joblib")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>
                <a:latin typeface="GothamHTF-Book"/>
              </a:rPr>
              <a:t>LAB PRATICO</a:t>
            </a:r>
          </a:p>
          <a:p>
            <a:r>
              <a:rPr sz="6000">
                <a:solidFill>
                  <a:srgbClr val="D30F59"/>
                </a:solidFill>
                <a:latin typeface="GothamHTF-Book"/>
              </a:rPr>
              <a:t>EDA E TREINO NO CODESPACE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9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B2A83-BF12-24F4-8330-31BCE8FA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Imagem 3">
            <a:extLst>
              <a:ext uri="{FF2B5EF4-FFF2-40B4-BE49-F238E27FC236}">
                <a16:creationId xmlns:a16="http://schemas.microsoft.com/office/drawing/2014/main" id="{223EF94F-2B5B-C32B-22A6-A2B75262BF2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884" y="0"/>
            <a:ext cx="18288000" cy="10287000"/>
          </a:xfrm>
        </p:spPr>
      </p:pic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36A5F74B-ABFF-D522-797C-A3955C1B8BE5}"/>
              </a:ext>
            </a:extLst>
          </p:cNvPr>
          <p:cNvSpPr/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71F899D3-B35D-C485-1210-C17298D63D4F}"/>
              </a:ext>
            </a:extLst>
          </p:cNvPr>
          <p:cNvSpPr/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ADDF2FB4-13A7-E77F-D855-1C9A11F65AA5}"/>
              </a:ext>
            </a:extLst>
          </p:cNvPr>
          <p:cNvSpPr txBox="1"/>
          <p:nvPr/>
        </p:nvSpPr>
        <p:spPr>
          <a:xfrm>
            <a:off x="567930" y="1135872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>
                <a:solidFill>
                  <a:schemeClr val="bg1"/>
                </a:solidFill>
                <a:latin typeface="GothamHTF-Book"/>
              </a:rPr>
              <a:t>MPOPS</a:t>
            </a:r>
            <a:endParaRPr sz="24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10" name="TextBox 22">
            <a:extLst>
              <a:ext uri="{FF2B5EF4-FFF2-40B4-BE49-F238E27FC236}">
                <a16:creationId xmlns:a16="http://schemas.microsoft.com/office/drawing/2014/main" id="{F4B0469A-BFF5-1E5C-9464-D2999B1B0CF7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DO MODELO AO ARTEFATO </a:t>
            </a:r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AEE8475A-4CD8-C461-57D4-4FDFF46B94DF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Rectangle 38">
            <a:extLst>
              <a:ext uri="{FF2B5EF4-FFF2-40B4-BE49-F238E27FC236}">
                <a16:creationId xmlns:a16="http://schemas.microsoft.com/office/drawing/2014/main" id="{9721434F-FE9E-F17E-C14B-B789C3C5A9C4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35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-884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25697" y="777583"/>
            <a:ext cx="12977652" cy="6832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DO MODELO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AO ARTEFATO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48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Avaliacao, versionamento e empacotamento - como transformar um modelo treinado em algo pronto para producao.</a:t>
            </a:r>
            <a:endParaRPr lang="en-US" sz="48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4874973"/>
            <a:ext cx="12585699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Avaliacao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acuracia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negocio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fairness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Versionamento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dados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Empacotamento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serializacao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(pickle, ONNX,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TorchScript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Model Registry e as duas formas de deploy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Ref: Sculley, D. et al. (2015). Hidden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Technical Debt in ML Systems.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NeurIPS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4536558"/>
            <a:ext cx="12585699" cy="4566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200" dirty="0" err="1">
                <a:solidFill>
                  <a:srgbClr val="FFFFFF"/>
                </a:solidFill>
                <a:latin typeface="Roboto Light"/>
              </a:rPr>
              <a:t>Avaliacao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vai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alem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da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acuracia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tecnicas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: precision, recall, F1, AUC-ROC, RMSE, MAE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negocio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impacto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financeiro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decisoes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automatizadas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Trade-offs e Fairness: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recall alto e precision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baixa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gera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falsos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positivos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aceitavel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discrimina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grupos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protegidos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 err="1">
                <a:solidFill>
                  <a:srgbClr val="FFFFFF"/>
                </a:solidFill>
                <a:latin typeface="Roboto Light"/>
              </a:rPr>
              <a:t>Versionamento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dados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sao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versionados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tanto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quanto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codigo</a:t>
            </a:r>
            <a:endParaRPr sz="32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AVALIACAO 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VERSIONAMENTO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3531783"/>
            <a:ext cx="12585699" cy="3737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Formatos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serializacao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pickle/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joblib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projetos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Python simples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ONNX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interoperabilidade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entre frameworks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SavedModel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(TF)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TorchScript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ecossistemas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nativos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Model Registry: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repositorio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central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versionados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aliases: @champion (producao) e @challenger (teste)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EMPACOTAMENTO 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MODEL REGISTRY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2488407"/>
            <a:ext cx="15121268" cy="6349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Batch Inference: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processa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grandes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volumes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periodicamente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ex: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classificar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tickets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suporte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pendentes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hora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Real-time (Online) Inference: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responde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individuais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tempo real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ex: API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retorna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probabilidade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fraude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transacao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Governanca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Model Cards: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documento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finalidade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dados,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responsaveis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DEPLOY: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BATCH VS REAL-TIME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3740943"/>
            <a:ext cx="12585699" cy="448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python registrar_modelo.py (pasta Parte2_Model_Registry)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O modelo vira a versao 1 de "churn-model" no MLflow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Metricas, versao dos dados e input_example ficam junto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Status inicial (tag): aprovacao = PendingManualApproval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python aprovar_modelo.py: gate de qualidade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Conferir no MLflow UI (Models) a versao Approved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: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REGISTRY NO MLFLOW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86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DFE7-DA97-1FE4-2D9A-EB6AD084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Imagem 3">
            <a:extLst>
              <a:ext uri="{FF2B5EF4-FFF2-40B4-BE49-F238E27FC236}">
                <a16:creationId xmlns:a16="http://schemas.microsoft.com/office/drawing/2014/main" id="{069B3568-EFC4-419B-B3D0-06846138777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884" y="0"/>
            <a:ext cx="18288000" cy="10287000"/>
          </a:xfrm>
        </p:spPr>
      </p:pic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AE74C8EC-DFD2-813F-C7AB-F58F44B00E7C}"/>
              </a:ext>
            </a:extLst>
          </p:cNvPr>
          <p:cNvSpPr/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975C6E54-ED57-F124-BC84-9244AA233486}"/>
              </a:ext>
            </a:extLst>
          </p:cNvPr>
          <p:cNvSpPr/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D646EB67-1A2C-906E-8AC0-E74E777E1F4D}"/>
              </a:ext>
            </a:extLst>
          </p:cNvPr>
          <p:cNvSpPr txBox="1"/>
          <p:nvPr/>
        </p:nvSpPr>
        <p:spPr>
          <a:xfrm>
            <a:off x="758431" y="862561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10" name="TextBox 22">
            <a:extLst>
              <a:ext uri="{FF2B5EF4-FFF2-40B4-BE49-F238E27FC236}">
                <a16:creationId xmlns:a16="http://schemas.microsoft.com/office/drawing/2014/main" id="{37D80247-35CE-9682-B45C-A373BFFA6504}"/>
              </a:ext>
            </a:extLst>
          </p:cNvPr>
          <p:cNvSpPr txBox="1"/>
          <p:nvPr/>
        </p:nvSpPr>
        <p:spPr>
          <a:xfrm>
            <a:off x="537147" y="4033334"/>
            <a:ext cx="1241685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DO ARTEFATO A PRODUCAO 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3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42A26743-D3A1-25F6-3B21-850A7F7721D1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Rectangle 38">
            <a:extLst>
              <a:ext uri="{FF2B5EF4-FFF2-40B4-BE49-F238E27FC236}">
                <a16:creationId xmlns:a16="http://schemas.microsoft.com/office/drawing/2014/main" id="{E11753E1-6F68-C13E-8513-DED9D6623EDB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315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632023" y="2311956"/>
            <a:ext cx="14168498" cy="4801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>
                <a:latin typeface="GothamHTF-Book" pitchFamily="2" charset="0"/>
              </a:rPr>
              <a:t>DO </a:t>
            </a:r>
            <a:r>
              <a:rPr lang="en-US" sz="6000" dirty="0">
                <a:latin typeface="GothamHTF-Book" pitchFamily="2" charset="0"/>
              </a:rPr>
              <a:t>ARTEFATO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A PRODUCAO</a:t>
            </a:r>
          </a:p>
          <a:p>
            <a:br>
              <a:rPr lang="en-US" sz="6000" dirty="0">
                <a:solidFill>
                  <a:srgbClr val="D30F59"/>
                </a:solidFill>
                <a:latin typeface="GothamHTF-Book" pitchFamily="2" charset="0"/>
              </a:rPr>
            </a:br>
            <a:br>
              <a:rPr lang="en-US" sz="6000" dirty="0">
                <a:solidFill>
                  <a:srgbClr val="D30F59"/>
                </a:solidFill>
                <a:latin typeface="GothamHTF-Book" pitchFamily="2" charset="0"/>
              </a:rPr>
            </a:br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600" dirty="0">
                <a:sym typeface="Montserrat"/>
              </a:rPr>
              <a:t>Deploy, monitoramento de drift e o ciclo de retreinamento - por que um modelo em producao e um organismo vivo.</a:t>
            </a:r>
            <a:endParaRPr lang="en-US" sz="3600" dirty="0"/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3467101"/>
            <a:ext cx="12585699" cy="3862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Estrategias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deploy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monitoramento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continuo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Data drift e concept drift</a:t>
            </a:r>
            <a:endParaRPr lang="pt-BR"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Retreinamento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agendado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triggered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continuo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Model Cards e cases de mercado (Netflix, Google)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Mitchell, M. et al. (2019). Model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Cards for Model Reporting.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4579143"/>
            <a:ext cx="12585699" cy="448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degradam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o tempo: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Data Drift: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dos dados de entrada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(ex: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comportamento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pos-pandemia)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Concept Drift: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relacao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entre features e target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Model Degradation: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gradualmente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causa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obvia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MONITORAMENTO: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DATA DRIFT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478770"/>
            <a:ext cx="14645565" cy="532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Retreinamento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ser: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Agendado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periodico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ex: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toda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semana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Triggered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disparado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alertas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drift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Continuo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atualizacao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incremental (online learning)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Model Cards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documentam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finalidade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limitacoes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dados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treino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segmento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consideracoes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eticas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responsaveis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RETREINAMENTO 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GOVERNANCA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UM MODELO EM PRODUCAO E UM ORGANISMO VIVO QUE PRECISA DE CUIDADOS CONSTANTES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A Netflix retreina seus modelos de recomendacao continuamente com o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framework Metaflow, orquestrando toda a jornada da experimentacao ao deploy.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Netflix Technology Blog. Open-Sourcing Metaflow.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4533602"/>
            <a:ext cx="15316813" cy="280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python deploy_endpoint.py: sobe a ultima versao aprovada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Endpoint real-time do MLflow na porta 5001 (/invocations)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Invocar o endpoint: python invocar_endpoint.py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Data Capture: simular_producao.py grava requests/respostas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python monitorar.py: relatorio de drift com Evidently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Derrubar o endpoint ao final (Ctrl+C)!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DEPLOY E MONITORAMENTO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REFERÊNCIAS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Huyen, C. (2022). Designing Machine Learning Systems. O'Reilly Media.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Sculley, D. et al. (2015). Hidden Technical Debt in ML Systems. NeurIPS.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Mitchell, M. et al. (2019). Model Cards for Model Reporting. FAT* Conf.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Google Cloud. MLOps: Continuous delivery and automation pipelines.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Netflix Technology Blog. Open-Sourcing Metaflow.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404040"/>
      </a:dk2>
      <a:lt2>
        <a:srgbClr val="F8F8F8"/>
      </a:lt2>
      <a:accent1>
        <a:srgbClr val="2770FF"/>
      </a:accent1>
      <a:accent2>
        <a:srgbClr val="202020"/>
      </a:accent2>
      <a:accent3>
        <a:srgbClr val="3E3E3E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3">
      <a:majorFont>
        <a:latin typeface="Inter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95000"/>
            <a:lumOff val="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11176</TotalTime>
  <Words>1122</Words>
  <Application>Microsoft Macintosh PowerPoint</Application>
  <PresentationFormat>Personalizar</PresentationFormat>
  <Paragraphs>161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3" baseType="lpstr">
      <vt:lpstr>Arial</vt:lpstr>
      <vt:lpstr>Calibri</vt:lpstr>
      <vt:lpstr>Gotham HTF Book</vt:lpstr>
      <vt:lpstr>GothamHTF-Book</vt:lpstr>
      <vt:lpstr>Inter</vt:lpstr>
      <vt:lpstr>Montserrat</vt:lpstr>
      <vt:lpstr>Open Sans</vt:lpstr>
      <vt:lpstr>Roboto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design studio moara</dc:creator>
  <cp:lastModifiedBy>Rafael Tavares</cp:lastModifiedBy>
  <cp:revision>193</cp:revision>
  <dcterms:created xsi:type="dcterms:W3CDTF">2025-02-03T02:49:08Z</dcterms:created>
  <dcterms:modified xsi:type="dcterms:W3CDTF">2026-09-14T21:57:44Z</dcterms:modified>
</cp:coreProperties>
</file>